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A81C61-D313-460F-B851-CBCE2A7FBF00}" v="276" dt="2026-01-25T11:43:51.8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sh Pratik" userId="73eeeaceec84fa27" providerId="Windows Live" clId="Web-{3BA81C61-D313-460F-B851-CBCE2A7FBF00}"/>
    <pc:docChg chg="mod modSld addMainMaster delMainMaster">
      <pc:chgData name="Ayush Pratik" userId="73eeeaceec84fa27" providerId="Windows Live" clId="Web-{3BA81C61-D313-460F-B851-CBCE2A7FBF00}" dt="2026-01-25T11:43:47.516" v="322" actId="20577"/>
      <pc:docMkLst>
        <pc:docMk/>
      </pc:docMkLst>
      <pc:sldChg chg="addSp delSp modSp mod modTransition setBg modClrScheme setClrOvrMap delDesignElem chgLayout">
        <pc:chgData name="Ayush Pratik" userId="73eeeaceec84fa27" providerId="Windows Live" clId="Web-{3BA81C61-D313-460F-B851-CBCE2A7FBF00}" dt="2026-01-25T11:42:19.561" v="297" actId="20577"/>
        <pc:sldMkLst>
          <pc:docMk/>
          <pc:sldMk cId="0" sldId="256"/>
        </pc:sldMkLst>
        <pc:spChg chg="mod ord">
          <ac:chgData name="Ayush Pratik" userId="73eeeaceec84fa27" providerId="Windows Live" clId="Web-{3BA81C61-D313-460F-B851-CBCE2A7FBF00}" dt="2026-01-25T11:42:10.076" v="296" actId="20577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Ayush Pratik" userId="73eeeaceec84fa27" providerId="Windows Live" clId="Web-{3BA81C61-D313-460F-B851-CBCE2A7FBF00}" dt="2026-01-25T11:42:19.561" v="297" actId="20577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Ayush Pratik" userId="73eeeaceec84fa27" providerId="Windows Live" clId="Web-{3BA81C61-D313-460F-B851-CBCE2A7FBF00}" dt="2026-01-25T11:18:51.257" v="126"/>
          <ac:spMkLst>
            <pc:docMk/>
            <pc:sldMk cId="0" sldId="256"/>
            <ac:spMk id="5" creationId="{F659138C-74A1-445B-848C-3608AE871A9F}"/>
          </ac:spMkLst>
        </pc:spChg>
        <pc:spChg chg="add del">
          <ac:chgData name="Ayush Pratik" userId="73eeeaceec84fa27" providerId="Windows Live" clId="Web-{3BA81C61-D313-460F-B851-CBCE2A7FBF00}" dt="2026-01-25T11:06:20.943" v="5"/>
          <ac:spMkLst>
            <pc:docMk/>
            <pc:sldMk cId="0" sldId="256"/>
            <ac:spMk id="8" creationId="{F659138C-74A1-445B-848C-3608AE871A9F}"/>
          </ac:spMkLst>
        </pc:spChg>
        <pc:spChg chg="add del">
          <ac:chgData name="Ayush Pratik" userId="73eeeaceec84fa27" providerId="Windows Live" clId="Web-{3BA81C61-D313-460F-B851-CBCE2A7FBF00}" dt="2026-01-25T11:18:51.257" v="126"/>
          <ac:spMkLst>
            <pc:docMk/>
            <pc:sldMk cId="0" sldId="256"/>
            <ac:spMk id="9" creationId="{225F4217-4021-45A0-812B-398F9A7A93F9}"/>
          </ac:spMkLst>
        </pc:spChg>
        <pc:spChg chg="add del">
          <ac:chgData name="Ayush Pratik" userId="73eeeaceec84fa27" providerId="Windows Live" clId="Web-{3BA81C61-D313-460F-B851-CBCE2A7FBF00}" dt="2026-01-25T11:06:20.943" v="5"/>
          <ac:spMkLst>
            <pc:docMk/>
            <pc:sldMk cId="0" sldId="256"/>
            <ac:spMk id="18" creationId="{225F4217-4021-45A0-812B-398F9A7A93F9}"/>
          </ac:spMkLst>
        </pc:spChg>
        <pc:spChg chg="add del">
          <ac:chgData name="Ayush Pratik" userId="73eeeaceec84fa27" providerId="Windows Live" clId="Web-{3BA81C61-D313-460F-B851-CBCE2A7FBF00}" dt="2026-01-25T11:06:29.177" v="7"/>
          <ac:spMkLst>
            <pc:docMk/>
            <pc:sldMk cId="0" sldId="256"/>
            <ac:spMk id="22" creationId="{DE47280D-9DF4-4EC0-870E-F5799F7AD3CE}"/>
          </ac:spMkLst>
        </pc:spChg>
        <pc:spChg chg="add del">
          <ac:chgData name="Ayush Pratik" userId="73eeeaceec84fa27" providerId="Windows Live" clId="Web-{3BA81C61-D313-460F-B851-CBCE2A7FBF00}" dt="2026-01-25T11:06:29.177" v="7"/>
          <ac:spMkLst>
            <pc:docMk/>
            <pc:sldMk cId="0" sldId="256"/>
            <ac:spMk id="23" creationId="{7ED3A13C-2CCC-4715-A54F-87795E0CED50}"/>
          </ac:spMkLst>
        </pc:spChg>
        <pc:spChg chg="add del">
          <ac:chgData name="Ayush Pratik" userId="73eeeaceec84fa27" providerId="Windows Live" clId="Web-{3BA81C61-D313-460F-B851-CBCE2A7FBF00}" dt="2026-01-25T11:07:20.929" v="13"/>
          <ac:spMkLst>
            <pc:docMk/>
            <pc:sldMk cId="0" sldId="256"/>
            <ac:spMk id="26" creationId="{F659138C-74A1-445B-848C-3608AE871A9F}"/>
          </ac:spMkLst>
        </pc:spChg>
        <pc:spChg chg="add del">
          <ac:chgData name="Ayush Pratik" userId="73eeeaceec84fa27" providerId="Windows Live" clId="Web-{3BA81C61-D313-460F-B851-CBCE2A7FBF00}" dt="2026-01-25T11:07:20.929" v="13"/>
          <ac:spMkLst>
            <pc:docMk/>
            <pc:sldMk cId="0" sldId="256"/>
            <ac:spMk id="29" creationId="{225F4217-4021-45A0-812B-398F9A7A93F9}"/>
          </ac:spMkLst>
        </pc:spChg>
        <pc:grpChg chg="add del">
          <ac:chgData name="Ayush Pratik" userId="73eeeaceec84fa27" providerId="Windows Live" clId="Web-{3BA81C61-D313-460F-B851-CBCE2A7FBF00}" dt="2026-01-25T11:18:51.257" v="126"/>
          <ac:grpSpMkLst>
            <pc:docMk/>
            <pc:sldMk cId="0" sldId="256"/>
            <ac:grpSpMk id="6" creationId="{7DFD7409-66D7-4C9C-B528-E79EB64A4D31}"/>
          </ac:grpSpMkLst>
        </pc:grpChg>
        <pc:grpChg chg="add del">
          <ac:chgData name="Ayush Pratik" userId="73eeeaceec84fa27" providerId="Windows Live" clId="Web-{3BA81C61-D313-460F-B851-CBCE2A7FBF00}" dt="2026-01-25T11:06:20.943" v="5"/>
          <ac:grpSpMkLst>
            <pc:docMk/>
            <pc:sldMk cId="0" sldId="256"/>
            <ac:grpSpMk id="10" creationId="{7DFD7409-66D7-4C9C-B528-E79EB64A4D31}"/>
          </ac:grpSpMkLst>
        </pc:grpChg>
        <pc:grpChg chg="add del">
          <ac:chgData name="Ayush Pratik" userId="73eeeaceec84fa27" providerId="Windows Live" clId="Web-{3BA81C61-D313-460F-B851-CBCE2A7FBF00}" dt="2026-01-25T11:06:29.177" v="7"/>
          <ac:grpSpMkLst>
            <pc:docMk/>
            <pc:sldMk cId="0" sldId="256"/>
            <ac:grpSpMk id="12" creationId="{FB6C0892-83F6-4C98-B806-06627C732547}"/>
          </ac:grpSpMkLst>
        </pc:grpChg>
        <pc:grpChg chg="add del">
          <ac:chgData name="Ayush Pratik" userId="73eeeaceec84fa27" providerId="Windows Live" clId="Web-{3BA81C61-D313-460F-B851-CBCE2A7FBF00}" dt="2026-01-25T11:07:20.929" v="13"/>
          <ac:grpSpMkLst>
            <pc:docMk/>
            <pc:sldMk cId="0" sldId="256"/>
            <ac:grpSpMk id="27" creationId="{7DFD7409-66D7-4C9C-B528-E79EB64A4D31}"/>
          </ac:grpSpMkLst>
        </pc:grpChg>
        <pc:cxnChg chg="add del">
          <ac:chgData name="Ayush Pratik" userId="73eeeaceec84fa27" providerId="Windows Live" clId="Web-{3BA81C61-D313-460F-B851-CBCE2A7FBF00}" dt="2026-01-25T11:18:51.257" v="126"/>
          <ac:cxnSpMkLst>
            <pc:docMk/>
            <pc:sldMk cId="0" sldId="256"/>
            <ac:cxnSpMk id="17" creationId="{486F4EBC-E415-40E4-A8BA-BA66F0B632CB}"/>
          </ac:cxnSpMkLst>
        </pc:cxnChg>
        <pc:cxnChg chg="add del">
          <ac:chgData name="Ayush Pratik" userId="73eeeaceec84fa27" providerId="Windows Live" clId="Web-{3BA81C61-D313-460F-B851-CBCE2A7FBF00}" dt="2026-01-25T11:06:20.943" v="5"/>
          <ac:cxnSpMkLst>
            <pc:docMk/>
            <pc:sldMk cId="0" sldId="256"/>
            <ac:cxnSpMk id="20" creationId="{486F4EBC-E415-40E4-A8BA-BA66F0B632CB}"/>
          </ac:cxnSpMkLst>
        </pc:cxnChg>
        <pc:cxnChg chg="add del">
          <ac:chgData name="Ayush Pratik" userId="73eeeaceec84fa27" providerId="Windows Live" clId="Web-{3BA81C61-D313-460F-B851-CBCE2A7FBF00}" dt="2026-01-25T11:07:20.929" v="13"/>
          <ac:cxnSpMkLst>
            <pc:docMk/>
            <pc:sldMk cId="0" sldId="256"/>
            <ac:cxnSpMk id="30" creationId="{486F4EBC-E415-40E4-A8BA-BA66F0B632CB}"/>
          </ac:cxnSpMkLst>
        </pc:cxnChg>
      </pc:sldChg>
      <pc:sldChg chg="addSp delSp modSp mod modTransition setBg modClrScheme setClrOvrMap delDesignElem chgLayout">
        <pc:chgData name="Ayush Pratik" userId="73eeeaceec84fa27" providerId="Windows Live" clId="Web-{3BA81C61-D313-460F-B851-CBCE2A7FBF00}" dt="2026-01-25T11:42:33.686" v="298" actId="20577"/>
        <pc:sldMkLst>
          <pc:docMk/>
          <pc:sldMk cId="0" sldId="257"/>
        </pc:sldMkLst>
        <pc:spChg chg="mod ord">
          <ac:chgData name="Ayush Pratik" userId="73eeeaceec84fa27" providerId="Windows Live" clId="Web-{3BA81C61-D313-460F-B851-CBCE2A7FBF00}" dt="2026-01-25T11:42:33.686" v="298" actId="20577"/>
          <ac:spMkLst>
            <pc:docMk/>
            <pc:sldMk cId="0" sldId="257"/>
            <ac:spMk id="2" creationId="{00000000-0000-0000-0000-000000000000}"/>
          </ac:spMkLst>
        </pc:spChg>
        <pc:spChg chg="add del mod ord">
          <ac:chgData name="Ayush Pratik" userId="73eeeaceec84fa27" providerId="Windows Live" clId="Web-{3BA81C61-D313-460F-B851-CBCE2A7FBF00}" dt="2026-01-25T11:14:08.130" v="49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Ayush Pratik" userId="73eeeaceec84fa27" providerId="Windows Live" clId="Web-{3BA81C61-D313-460F-B851-CBCE2A7FBF00}" dt="2026-01-25T11:18:51.257" v="126"/>
          <ac:spMkLst>
            <pc:docMk/>
            <pc:sldMk cId="0" sldId="257"/>
            <ac:spMk id="8" creationId="{F659138C-74A1-445B-848C-3608AE871A9F}"/>
          </ac:spMkLst>
        </pc:spChg>
        <pc:spChg chg="add del">
          <ac:chgData name="Ayush Pratik" userId="73eeeaceec84fa27" providerId="Windows Live" clId="Web-{3BA81C61-D313-460F-B851-CBCE2A7FBF00}" dt="2026-01-25T11:18:51.257" v="126"/>
          <ac:spMkLst>
            <pc:docMk/>
            <pc:sldMk cId="0" sldId="257"/>
            <ac:spMk id="18" creationId="{225F4217-4021-45A0-812B-398F9A7A93F9}"/>
          </ac:spMkLst>
        </pc:spChg>
        <pc:grpChg chg="add del">
          <ac:chgData name="Ayush Pratik" userId="73eeeaceec84fa27" providerId="Windows Live" clId="Web-{3BA81C61-D313-460F-B851-CBCE2A7FBF00}" dt="2026-01-25T11:18:51.257" v="126"/>
          <ac:grpSpMkLst>
            <pc:docMk/>
            <pc:sldMk cId="0" sldId="257"/>
            <ac:grpSpMk id="10" creationId="{7DFD7409-66D7-4C9C-B528-E79EB64A4D31}"/>
          </ac:grpSpMkLst>
        </pc:grpChg>
        <pc:graphicFrameChg chg="add del">
          <ac:chgData name="Ayush Pratik" userId="73eeeaceec84fa27" providerId="Windows Live" clId="Web-{3BA81C61-D313-460F-B851-CBCE2A7FBF00}" dt="2026-01-25T11:14:08.115" v="48"/>
          <ac:graphicFrameMkLst>
            <pc:docMk/>
            <pc:sldMk cId="0" sldId="257"/>
            <ac:graphicFrameMk id="22" creationId="{7EA54E3B-AA31-74E9-9EAD-DB7D68742F50}"/>
          </ac:graphicFrameMkLst>
        </pc:graphicFrameChg>
        <pc:graphicFrameChg chg="add mod ord modGraphic">
          <ac:chgData name="Ayush Pratik" userId="73eeeaceec84fa27" providerId="Windows Live" clId="Web-{3BA81C61-D313-460F-B851-CBCE2A7FBF00}" dt="2026-01-25T11:18:51.257" v="126"/>
          <ac:graphicFrameMkLst>
            <pc:docMk/>
            <pc:sldMk cId="0" sldId="257"/>
            <ac:graphicFrameMk id="24" creationId="{1516B6F6-3008-171D-8C0F-A7F76C116627}"/>
          </ac:graphicFrameMkLst>
        </pc:graphicFrameChg>
        <pc:cxnChg chg="add del">
          <ac:chgData name="Ayush Pratik" userId="73eeeaceec84fa27" providerId="Windows Live" clId="Web-{3BA81C61-D313-460F-B851-CBCE2A7FBF00}" dt="2026-01-25T11:18:51.257" v="126"/>
          <ac:cxnSpMkLst>
            <pc:docMk/>
            <pc:sldMk cId="0" sldId="257"/>
            <ac:cxnSpMk id="20" creationId="{486F4EBC-E415-40E4-A8BA-BA66F0B632CB}"/>
          </ac:cxnSpMkLst>
        </pc:cxnChg>
      </pc:sldChg>
      <pc:sldChg chg="addSp delSp modSp mod modTransition setBg modClrScheme setClrOvrMap delDesignElem chgLayout">
        <pc:chgData name="Ayush Pratik" userId="73eeeaceec84fa27" providerId="Windows Live" clId="Web-{3BA81C61-D313-460F-B851-CBCE2A7FBF00}" dt="2026-01-25T11:36:12.919" v="237" actId="20577"/>
        <pc:sldMkLst>
          <pc:docMk/>
          <pc:sldMk cId="0" sldId="258"/>
        </pc:sldMkLst>
        <pc:spChg chg="mod ord">
          <ac:chgData name="Ayush Pratik" userId="73eeeaceec84fa27" providerId="Windows Live" clId="Web-{3BA81C61-D313-460F-B851-CBCE2A7FBF00}" dt="2026-01-25T11:36:12.919" v="237" actId="20577"/>
          <ac:spMkLst>
            <pc:docMk/>
            <pc:sldMk cId="0" sldId="258"/>
            <ac:spMk id="2" creationId="{00000000-0000-0000-0000-000000000000}"/>
          </ac:spMkLst>
        </pc:spChg>
        <pc:spChg chg="mod ord">
          <ac:chgData name="Ayush Pratik" userId="73eeeaceec84fa27" providerId="Windows Live" clId="Web-{3BA81C61-D313-460F-B851-CBCE2A7FBF00}" dt="2026-01-25T11:18:51.257" v="12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Ayush Pratik" userId="73eeeaceec84fa27" providerId="Windows Live" clId="Web-{3BA81C61-D313-460F-B851-CBCE2A7FBF00}" dt="2026-01-25T11:18:51.257" v="126"/>
          <ac:spMkLst>
            <pc:docMk/>
            <pc:sldMk cId="0" sldId="258"/>
            <ac:spMk id="8" creationId="{99CAC3B1-4879-424D-8F15-206277196159}"/>
          </ac:spMkLst>
        </pc:spChg>
        <pc:grpChg chg="add del">
          <ac:chgData name="Ayush Pratik" userId="73eeeaceec84fa27" providerId="Windows Live" clId="Web-{3BA81C61-D313-460F-B851-CBCE2A7FBF00}" dt="2026-01-25T11:18:51.257" v="126"/>
          <ac:grpSpMkLst>
            <pc:docMk/>
            <pc:sldMk cId="0" sldId="258"/>
            <ac:grpSpMk id="10" creationId="{4B8492CB-DFBA-4A82-9778-F21493DA36C1}"/>
          </ac:grpSpMkLst>
        </pc:grpChg>
      </pc:sldChg>
      <pc:sldChg chg="addSp delSp modSp mod modTransition setBg modClrScheme setClrOvrMap delDesignElem chgLayout">
        <pc:chgData name="Ayush Pratik" userId="73eeeaceec84fa27" providerId="Windows Live" clId="Web-{3BA81C61-D313-460F-B851-CBCE2A7FBF00}" dt="2026-01-25T11:43:22.984" v="308" actId="14100"/>
        <pc:sldMkLst>
          <pc:docMk/>
          <pc:sldMk cId="0" sldId="259"/>
        </pc:sldMkLst>
        <pc:spChg chg="mod ord">
          <ac:chgData name="Ayush Pratik" userId="73eeeaceec84fa27" providerId="Windows Live" clId="Web-{3BA81C61-D313-460F-B851-CBCE2A7FBF00}" dt="2026-01-25T11:42:55.811" v="302" actId="14100"/>
          <ac:spMkLst>
            <pc:docMk/>
            <pc:sldMk cId="0" sldId="259"/>
            <ac:spMk id="2" creationId="{00000000-0000-0000-0000-000000000000}"/>
          </ac:spMkLst>
        </pc:spChg>
        <pc:spChg chg="mod ord">
          <ac:chgData name="Ayush Pratik" userId="73eeeaceec84fa27" providerId="Windows Live" clId="Web-{3BA81C61-D313-460F-B851-CBCE2A7FBF00}" dt="2026-01-25T11:43:22.984" v="308" actId="14100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Ayush Pratik" userId="73eeeaceec84fa27" providerId="Windows Live" clId="Web-{3BA81C61-D313-460F-B851-CBCE2A7FBF00}" dt="2026-01-25T11:36:42.968" v="243"/>
          <ac:spMkLst>
            <pc:docMk/>
            <pc:sldMk cId="0" sldId="259"/>
            <ac:spMk id="4" creationId="{4488DFE9-4C54-3381-9BF4-0F583DA4EFA5}"/>
          </ac:spMkLst>
        </pc:spChg>
        <pc:grpChg chg="add del">
          <ac:chgData name="Ayush Pratik" userId="73eeeaceec84fa27" providerId="Windows Live" clId="Web-{3BA81C61-D313-460F-B851-CBCE2A7FBF00}" dt="2026-01-25T11:18:51.257" v="126"/>
          <ac:grpSpMkLst>
            <pc:docMk/>
            <pc:sldMk cId="0" sldId="259"/>
            <ac:grpSpMk id="9" creationId="{08F94D66-27EC-4CB8-8226-D7F41C161863}"/>
          </ac:grpSpMkLst>
        </pc:grpChg>
        <pc:grpChg chg="add del">
          <ac:chgData name="Ayush Pratik" userId="73eeeaceec84fa27" providerId="Windows Live" clId="Web-{3BA81C61-D313-460F-B851-CBCE2A7FBF00}" dt="2026-01-25T11:18:51.257" v="126"/>
          <ac:grpSpMkLst>
            <pc:docMk/>
            <pc:sldMk cId="0" sldId="259"/>
            <ac:grpSpMk id="17" creationId="{0A3EF779-83DD-4EB0-9F4C-7304381A2870}"/>
          </ac:grpSpMkLst>
        </pc:grpChg>
        <pc:picChg chg="add mod">
          <ac:chgData name="Ayush Pratik" userId="73eeeaceec84fa27" providerId="Windows Live" clId="Web-{3BA81C61-D313-460F-B851-CBCE2A7FBF00}" dt="2026-01-25T11:26:06.351" v="189" actId="1076"/>
          <ac:picMkLst>
            <pc:docMk/>
            <pc:sldMk cId="0" sldId="259"/>
            <ac:picMk id="5" creationId="{A1886FB4-62F8-B119-367A-965B24179DAD}"/>
          </ac:picMkLst>
        </pc:picChg>
      </pc:sldChg>
      <pc:sldChg chg="addSp delSp modSp mod modTransition setBg modClrScheme setClrOvrMap delDesignElem chgLayout">
        <pc:chgData name="Ayush Pratik" userId="73eeeaceec84fa27" providerId="Windows Live" clId="Web-{3BA81C61-D313-460F-B851-CBCE2A7FBF00}" dt="2026-01-25T11:43:47.516" v="322" actId="20577"/>
        <pc:sldMkLst>
          <pc:docMk/>
          <pc:sldMk cId="0" sldId="260"/>
        </pc:sldMkLst>
        <pc:spChg chg="mod ord">
          <ac:chgData name="Ayush Pratik" userId="73eeeaceec84fa27" providerId="Windows Live" clId="Web-{3BA81C61-D313-460F-B851-CBCE2A7FBF00}" dt="2026-01-25T11:38:18.144" v="245" actId="20577"/>
          <ac:spMkLst>
            <pc:docMk/>
            <pc:sldMk cId="0" sldId="260"/>
            <ac:spMk id="2" creationId="{00000000-0000-0000-0000-000000000000}"/>
          </ac:spMkLst>
        </pc:spChg>
        <pc:spChg chg="mod ord">
          <ac:chgData name="Ayush Pratik" userId="73eeeaceec84fa27" providerId="Windows Live" clId="Web-{3BA81C61-D313-460F-B851-CBCE2A7FBF00}" dt="2026-01-25T11:43:47.516" v="322" actId="20577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Ayush Pratik" userId="73eeeaceec84fa27" providerId="Windows Live" clId="Web-{3BA81C61-D313-460F-B851-CBCE2A7FBF00}" dt="2026-01-25T11:18:51.257" v="126"/>
          <ac:spMkLst>
            <pc:docMk/>
            <pc:sldMk cId="0" sldId="260"/>
            <ac:spMk id="9" creationId="{2FCD9B94-D70B-4446-85E5-ACD3904289CB}"/>
          </ac:spMkLst>
        </pc:spChg>
        <pc:picChg chg="add">
          <ac:chgData name="Ayush Pratik" userId="73eeeaceec84fa27" providerId="Windows Live" clId="Web-{3BA81C61-D313-460F-B851-CBCE2A7FBF00}" dt="2026-01-25T11:09:23.416" v="24"/>
          <ac:picMkLst>
            <pc:docMk/>
            <pc:sldMk cId="0" sldId="260"/>
            <ac:picMk id="5" creationId="{9D5D5F7B-D57F-B7A6-F8E9-53AFF7F07467}"/>
          </ac:picMkLst>
        </pc:picChg>
        <pc:cxnChg chg="add del">
          <ac:chgData name="Ayush Pratik" userId="73eeeaceec84fa27" providerId="Windows Live" clId="Web-{3BA81C61-D313-460F-B851-CBCE2A7FBF00}" dt="2026-01-25T11:18:51.257" v="126"/>
          <ac:cxnSpMkLst>
            <pc:docMk/>
            <pc:sldMk cId="0" sldId="260"/>
            <ac:cxnSpMk id="11" creationId="{3378FF8B-3743-48E1-88E3-F4CADB3DECE5}"/>
          </ac:cxnSpMkLst>
        </pc:cxnChg>
      </pc:sldChg>
      <pc:sldChg chg="addSp delSp modSp mod modTransition setBg modClrScheme chgLayout">
        <pc:chgData name="Ayush Pratik" userId="73eeeaceec84fa27" providerId="Windows Live" clId="Web-{3BA81C61-D313-460F-B851-CBCE2A7FBF00}" dt="2026-01-25T11:40:11.148" v="284" actId="20577"/>
        <pc:sldMkLst>
          <pc:docMk/>
          <pc:sldMk cId="0" sldId="261"/>
        </pc:sldMkLst>
        <pc:spChg chg="mod ord">
          <ac:chgData name="Ayush Pratik" userId="73eeeaceec84fa27" providerId="Windows Live" clId="Web-{3BA81C61-D313-460F-B851-CBCE2A7FBF00}" dt="2026-01-25T11:40:11.148" v="284" actId="20577"/>
          <ac:spMkLst>
            <pc:docMk/>
            <pc:sldMk cId="0" sldId="261"/>
            <ac:spMk id="2" creationId="{00000000-0000-0000-0000-000000000000}"/>
          </ac:spMkLst>
        </pc:spChg>
        <pc:spChg chg="del mod ord">
          <ac:chgData name="Ayush Pratik" userId="73eeeaceec84fa27" providerId="Windows Live" clId="Web-{3BA81C61-D313-460F-B851-CBCE2A7FBF00}" dt="2026-01-25T11:10:17.010" v="27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Ayush Pratik" userId="73eeeaceec84fa27" providerId="Windows Live" clId="Web-{3BA81C61-D313-460F-B851-CBCE2A7FBF00}" dt="2026-01-25T11:10:16.995" v="26"/>
          <ac:spMkLst>
            <pc:docMk/>
            <pc:sldMk cId="0" sldId="261"/>
            <ac:spMk id="8" creationId="{24C41CF4-4A13-4AA9-9300-CB7A2E37C861}"/>
          </ac:spMkLst>
        </pc:spChg>
        <pc:graphicFrameChg chg="add mod ord modGraphic">
          <ac:chgData name="Ayush Pratik" userId="73eeeaceec84fa27" providerId="Windows Live" clId="Web-{3BA81C61-D313-460F-B851-CBCE2A7FBF00}" dt="2026-01-25T11:40:01.366" v="283" actId="14100"/>
          <ac:graphicFrameMkLst>
            <pc:docMk/>
            <pc:sldMk cId="0" sldId="261"/>
            <ac:graphicFrameMk id="5" creationId="{D4AA6BDA-AC27-37CC-FC2A-653E3C6FB41B}"/>
          </ac:graphicFrameMkLst>
        </pc:graphicFrameChg>
        <pc:cxnChg chg="add del">
          <ac:chgData name="Ayush Pratik" userId="73eeeaceec84fa27" providerId="Windows Live" clId="Web-{3BA81C61-D313-460F-B851-CBCE2A7FBF00}" dt="2026-01-25T11:10:16.995" v="26"/>
          <ac:cxnSpMkLst>
            <pc:docMk/>
            <pc:sldMk cId="0" sldId="261"/>
            <ac:cxnSpMk id="10" creationId="{7A77B115-9FF3-46AE-AE08-826DEB9A6246}"/>
          </ac:cxnSpMkLst>
        </pc:cxnChg>
      </pc:sldChg>
      <pc:sldChg chg="addSp delSp modSp mod modTransition modClrScheme chgLayout">
        <pc:chgData name="Ayush Pratik" userId="73eeeaceec84fa27" providerId="Windows Live" clId="Web-{3BA81C61-D313-460F-B851-CBCE2A7FBF00}" dt="2026-01-25T11:40:25.836" v="285" actId="20577"/>
        <pc:sldMkLst>
          <pc:docMk/>
          <pc:sldMk cId="0" sldId="262"/>
        </pc:sldMkLst>
        <pc:spChg chg="mod ord">
          <ac:chgData name="Ayush Pratik" userId="73eeeaceec84fa27" providerId="Windows Live" clId="Web-{3BA81C61-D313-460F-B851-CBCE2A7FBF00}" dt="2026-01-25T11:40:25.836" v="285" actId="20577"/>
          <ac:spMkLst>
            <pc:docMk/>
            <pc:sldMk cId="0" sldId="262"/>
            <ac:spMk id="2" creationId="{00000000-0000-0000-0000-000000000000}"/>
          </ac:spMkLst>
        </pc:spChg>
        <pc:spChg chg="del mod ord">
          <ac:chgData name="Ayush Pratik" userId="73eeeaceec84fa27" providerId="Windows Live" clId="Web-{3BA81C61-D313-460F-B851-CBCE2A7FBF00}" dt="2026-01-25T11:10:41.667" v="28"/>
          <ac:spMkLst>
            <pc:docMk/>
            <pc:sldMk cId="0" sldId="262"/>
            <ac:spMk id="3" creationId="{00000000-0000-0000-0000-000000000000}"/>
          </ac:spMkLst>
        </pc:spChg>
        <pc:graphicFrameChg chg="add mod ord modGraphic">
          <ac:chgData name="Ayush Pratik" userId="73eeeaceec84fa27" providerId="Windows Live" clId="Web-{3BA81C61-D313-460F-B851-CBCE2A7FBF00}" dt="2026-01-25T11:28:30.295" v="210" actId="20577"/>
          <ac:graphicFrameMkLst>
            <pc:docMk/>
            <pc:sldMk cId="0" sldId="262"/>
            <ac:graphicFrameMk id="5" creationId="{09F2739A-2164-5A73-C2D2-DD8BCD997970}"/>
          </ac:graphicFrameMkLst>
        </pc:graphicFrameChg>
      </pc:sldChg>
      <pc:sldChg chg="addSp delSp modSp mod modTransition setBg modClrScheme setClrOvrMap delDesignElem chgLayout">
        <pc:chgData name="Ayush Pratik" userId="73eeeaceec84fa27" providerId="Windows Live" clId="Web-{3BA81C61-D313-460F-B851-CBCE2A7FBF00}" dt="2026-01-25T11:41:41.779" v="292" actId="20577"/>
        <pc:sldMkLst>
          <pc:docMk/>
          <pc:sldMk cId="0" sldId="263"/>
        </pc:sldMkLst>
        <pc:spChg chg="mod ord">
          <ac:chgData name="Ayush Pratik" userId="73eeeaceec84fa27" providerId="Windows Live" clId="Web-{3BA81C61-D313-460F-B851-CBCE2A7FBF00}" dt="2026-01-25T11:41:41.779" v="292" actId="20577"/>
          <ac:spMkLst>
            <pc:docMk/>
            <pc:sldMk cId="0" sldId="263"/>
            <ac:spMk id="2" creationId="{00000000-0000-0000-0000-000000000000}"/>
          </ac:spMkLst>
        </pc:spChg>
        <pc:spChg chg="mod ord">
          <ac:chgData name="Ayush Pratik" userId="73eeeaceec84fa27" providerId="Windows Live" clId="Web-{3BA81C61-D313-460F-B851-CBCE2A7FBF00}" dt="2026-01-25T11:41:27.323" v="290" actId="20577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Ayush Pratik" userId="73eeeaceec84fa27" providerId="Windows Live" clId="Web-{3BA81C61-D313-460F-B851-CBCE2A7FBF00}" dt="2026-01-25T11:18:51.257" v="126"/>
          <ac:spMkLst>
            <pc:docMk/>
            <pc:sldMk cId="0" sldId="263"/>
            <ac:spMk id="6" creationId="{F659138C-74A1-445B-848C-3608AE871A9F}"/>
          </ac:spMkLst>
        </pc:spChg>
        <pc:spChg chg="add del">
          <ac:chgData name="Ayush Pratik" userId="73eeeaceec84fa27" providerId="Windows Live" clId="Web-{3BA81C61-D313-460F-B851-CBCE2A7FBF00}" dt="2026-01-25T11:11:31.277" v="34"/>
          <ac:spMkLst>
            <pc:docMk/>
            <pc:sldMk cId="0" sldId="263"/>
            <ac:spMk id="8" creationId="{F659138C-74A1-445B-848C-3608AE871A9F}"/>
          </ac:spMkLst>
        </pc:spChg>
        <pc:spChg chg="add del">
          <ac:chgData name="Ayush Pratik" userId="73eeeaceec84fa27" providerId="Windows Live" clId="Web-{3BA81C61-D313-460F-B851-CBCE2A7FBF00}" dt="2026-01-25T11:18:51.257" v="126"/>
          <ac:spMkLst>
            <pc:docMk/>
            <pc:sldMk cId="0" sldId="263"/>
            <ac:spMk id="9" creationId="{225F4217-4021-45A0-812B-398F9A7A93F9}"/>
          </ac:spMkLst>
        </pc:spChg>
        <pc:spChg chg="add del">
          <ac:chgData name="Ayush Pratik" userId="73eeeaceec84fa27" providerId="Windows Live" clId="Web-{3BA81C61-D313-460F-B851-CBCE2A7FBF00}" dt="2026-01-25T11:11:31.277" v="34"/>
          <ac:spMkLst>
            <pc:docMk/>
            <pc:sldMk cId="0" sldId="263"/>
            <ac:spMk id="18" creationId="{225F4217-4021-45A0-812B-398F9A7A93F9}"/>
          </ac:spMkLst>
        </pc:spChg>
        <pc:grpChg chg="add del">
          <ac:chgData name="Ayush Pratik" userId="73eeeaceec84fa27" providerId="Windows Live" clId="Web-{3BA81C61-D313-460F-B851-CBCE2A7FBF00}" dt="2026-01-25T11:18:51.257" v="126"/>
          <ac:grpSpMkLst>
            <pc:docMk/>
            <pc:sldMk cId="0" sldId="263"/>
            <ac:grpSpMk id="7" creationId="{7DFD7409-66D7-4C9C-B528-E79EB64A4D31}"/>
          </ac:grpSpMkLst>
        </pc:grpChg>
        <pc:grpChg chg="add del">
          <ac:chgData name="Ayush Pratik" userId="73eeeaceec84fa27" providerId="Windows Live" clId="Web-{3BA81C61-D313-460F-B851-CBCE2A7FBF00}" dt="2026-01-25T11:11:31.277" v="34"/>
          <ac:grpSpMkLst>
            <pc:docMk/>
            <pc:sldMk cId="0" sldId="263"/>
            <ac:grpSpMk id="10" creationId="{7DFD7409-66D7-4C9C-B528-E79EB64A4D31}"/>
          </ac:grpSpMkLst>
        </pc:grpChg>
        <pc:inkChg chg="add del">
          <ac:chgData name="Ayush Pratik" userId="73eeeaceec84fa27" providerId="Windows Live" clId="Web-{3BA81C61-D313-460F-B851-CBCE2A7FBF00}" dt="2026-01-25T11:11:30.137" v="33"/>
          <ac:inkMkLst>
            <pc:docMk/>
            <pc:sldMk cId="0" sldId="263"/>
            <ac:inkMk id="4" creationId="{3E003127-D512-DF7F-3DBC-ABE154DDAE0C}"/>
          </ac:inkMkLst>
        </pc:inkChg>
        <pc:inkChg chg="add del">
          <ac:chgData name="Ayush Pratik" userId="73eeeaceec84fa27" providerId="Windows Live" clId="Web-{3BA81C61-D313-460F-B851-CBCE2A7FBF00}" dt="2026-01-25T11:11:30.137" v="32"/>
          <ac:inkMkLst>
            <pc:docMk/>
            <pc:sldMk cId="0" sldId="263"/>
            <ac:inkMk id="5" creationId="{FA4BFE7F-9CE9-01CA-A101-BC918621050C}"/>
          </ac:inkMkLst>
        </pc:inkChg>
        <pc:cxnChg chg="add del">
          <ac:chgData name="Ayush Pratik" userId="73eeeaceec84fa27" providerId="Windows Live" clId="Web-{3BA81C61-D313-460F-B851-CBCE2A7FBF00}" dt="2026-01-25T11:18:51.257" v="126"/>
          <ac:cxnSpMkLst>
            <pc:docMk/>
            <pc:sldMk cId="0" sldId="263"/>
            <ac:cxnSpMk id="17" creationId="{486F4EBC-E415-40E4-A8BA-BA66F0B632CB}"/>
          </ac:cxnSpMkLst>
        </pc:cxnChg>
        <pc:cxnChg chg="add del">
          <ac:chgData name="Ayush Pratik" userId="73eeeaceec84fa27" providerId="Windows Live" clId="Web-{3BA81C61-D313-460F-B851-CBCE2A7FBF00}" dt="2026-01-25T11:11:31.277" v="34"/>
          <ac:cxnSpMkLst>
            <pc:docMk/>
            <pc:sldMk cId="0" sldId="263"/>
            <ac:cxnSpMk id="20" creationId="{486F4EBC-E415-40E4-A8BA-BA66F0B632CB}"/>
          </ac:cxnSpMkLst>
        </pc:cxnChg>
      </pc:sldChg>
      <pc:sldMasterChg chg="del delSldLayout">
        <pc:chgData name="Ayush Pratik" userId="73eeeaceec84fa27" providerId="Windows Live" clId="Web-{3BA81C61-D313-460F-B851-CBCE2A7FBF00}" dt="2026-01-25T11:05:02.018" v="0"/>
        <pc:sldMasterMkLst>
          <pc:docMk/>
          <pc:sldMasterMk cId="2209977519" sldId="2147483648"/>
        </pc:sldMasterMkLst>
        <pc:sldLayoutChg chg="del">
          <pc:chgData name="Ayush Pratik" userId="73eeeaceec84fa27" providerId="Windows Live" clId="Web-{3BA81C61-D313-460F-B851-CBCE2A7FBF00}" dt="2026-01-25T11:05:02.018" v="0"/>
          <pc:sldLayoutMkLst>
            <pc:docMk/>
            <pc:sldMasterMk cId="2209977519" sldId="2147483648"/>
            <pc:sldLayoutMk cId="3168075583" sldId="2147483649"/>
          </pc:sldLayoutMkLst>
        </pc:sldLayoutChg>
        <pc:sldLayoutChg chg="del">
          <pc:chgData name="Ayush Pratik" userId="73eeeaceec84fa27" providerId="Windows Live" clId="Web-{3BA81C61-D313-460F-B851-CBCE2A7FBF00}" dt="2026-01-25T11:05:02.018" v="0"/>
          <pc:sldLayoutMkLst>
            <pc:docMk/>
            <pc:sldMasterMk cId="2209977519" sldId="2147483648"/>
            <pc:sldLayoutMk cId="2614314258" sldId="2147483650"/>
          </pc:sldLayoutMkLst>
        </pc:sldLayoutChg>
        <pc:sldLayoutChg chg="del">
          <pc:chgData name="Ayush Pratik" userId="73eeeaceec84fa27" providerId="Windows Live" clId="Web-{3BA81C61-D313-460F-B851-CBCE2A7FBF00}" dt="2026-01-25T11:05:02.018" v="0"/>
          <pc:sldLayoutMkLst>
            <pc:docMk/>
            <pc:sldMasterMk cId="2209977519" sldId="2147483648"/>
            <pc:sldLayoutMk cId="960648375" sldId="2147483651"/>
          </pc:sldLayoutMkLst>
        </pc:sldLayoutChg>
        <pc:sldLayoutChg chg="del">
          <pc:chgData name="Ayush Pratik" userId="73eeeaceec84fa27" providerId="Windows Live" clId="Web-{3BA81C61-D313-460F-B851-CBCE2A7FBF00}" dt="2026-01-25T11:05:02.018" v="0"/>
          <pc:sldLayoutMkLst>
            <pc:docMk/>
            <pc:sldMasterMk cId="2209977519" sldId="2147483648"/>
            <pc:sldLayoutMk cId="2782244947" sldId="2147483652"/>
          </pc:sldLayoutMkLst>
        </pc:sldLayoutChg>
        <pc:sldLayoutChg chg="del">
          <pc:chgData name="Ayush Pratik" userId="73eeeaceec84fa27" providerId="Windows Live" clId="Web-{3BA81C61-D313-460F-B851-CBCE2A7FBF00}" dt="2026-01-25T11:05:02.018" v="0"/>
          <pc:sldLayoutMkLst>
            <pc:docMk/>
            <pc:sldMasterMk cId="2209977519" sldId="2147483648"/>
            <pc:sldLayoutMk cId="990158736" sldId="2147483653"/>
          </pc:sldLayoutMkLst>
        </pc:sldLayoutChg>
        <pc:sldLayoutChg chg="del">
          <pc:chgData name="Ayush Pratik" userId="73eeeaceec84fa27" providerId="Windows Live" clId="Web-{3BA81C61-D313-460F-B851-CBCE2A7FBF00}" dt="2026-01-25T11:05:02.018" v="0"/>
          <pc:sldLayoutMkLst>
            <pc:docMk/>
            <pc:sldMasterMk cId="2209977519" sldId="2147483648"/>
            <pc:sldLayoutMk cId="727027711" sldId="2147483654"/>
          </pc:sldLayoutMkLst>
        </pc:sldLayoutChg>
        <pc:sldLayoutChg chg="del">
          <pc:chgData name="Ayush Pratik" userId="73eeeaceec84fa27" providerId="Windows Live" clId="Web-{3BA81C61-D313-460F-B851-CBCE2A7FBF00}" dt="2026-01-25T11:05:02.018" v="0"/>
          <pc:sldLayoutMkLst>
            <pc:docMk/>
            <pc:sldMasterMk cId="2209977519" sldId="2147483648"/>
            <pc:sldLayoutMk cId="1212999818" sldId="2147483655"/>
          </pc:sldLayoutMkLst>
        </pc:sldLayoutChg>
        <pc:sldLayoutChg chg="del">
          <pc:chgData name="Ayush Pratik" userId="73eeeaceec84fa27" providerId="Windows Live" clId="Web-{3BA81C61-D313-460F-B851-CBCE2A7FBF00}" dt="2026-01-25T11:05:02.018" v="0"/>
          <pc:sldLayoutMkLst>
            <pc:docMk/>
            <pc:sldMasterMk cId="2209977519" sldId="2147483648"/>
            <pc:sldLayoutMk cId="1840726560" sldId="2147483656"/>
          </pc:sldLayoutMkLst>
        </pc:sldLayoutChg>
        <pc:sldLayoutChg chg="del">
          <pc:chgData name="Ayush Pratik" userId="73eeeaceec84fa27" providerId="Windows Live" clId="Web-{3BA81C61-D313-460F-B851-CBCE2A7FBF00}" dt="2026-01-25T11:05:02.018" v="0"/>
          <pc:sldLayoutMkLst>
            <pc:docMk/>
            <pc:sldMasterMk cId="2209977519" sldId="2147483648"/>
            <pc:sldLayoutMk cId="3889236939" sldId="2147483657"/>
          </pc:sldLayoutMkLst>
        </pc:sldLayoutChg>
        <pc:sldLayoutChg chg="del">
          <pc:chgData name="Ayush Pratik" userId="73eeeaceec84fa27" providerId="Windows Live" clId="Web-{3BA81C61-D313-460F-B851-CBCE2A7FBF00}" dt="2026-01-25T11:05:02.018" v="0"/>
          <pc:sldLayoutMkLst>
            <pc:docMk/>
            <pc:sldMasterMk cId="2209977519" sldId="2147483648"/>
            <pc:sldLayoutMk cId="2910927964" sldId="2147483658"/>
          </pc:sldLayoutMkLst>
        </pc:sldLayoutChg>
        <pc:sldLayoutChg chg="del">
          <pc:chgData name="Ayush Pratik" userId="73eeeaceec84fa27" providerId="Windows Live" clId="Web-{3BA81C61-D313-460F-B851-CBCE2A7FBF00}" dt="2026-01-25T11:05:02.018" v="0"/>
          <pc:sldLayoutMkLst>
            <pc:docMk/>
            <pc:sldMasterMk cId="2209977519" sldId="2147483648"/>
            <pc:sldLayoutMk cId="3612223792" sldId="2147483659"/>
          </pc:sldLayoutMkLst>
        </pc:sldLayoutChg>
      </pc:sldMasterChg>
      <pc:sldMasterChg chg="add del addSldLayout delSldLayout modSldLayout">
        <pc:chgData name="Ayush Pratik" userId="73eeeaceec84fa27" providerId="Windows Live" clId="Web-{3BA81C61-D313-460F-B851-CBCE2A7FBF00}" dt="2026-01-25T11:05:34.176" v="1"/>
        <pc:sldMasterMkLst>
          <pc:docMk/>
          <pc:sldMasterMk cId="169192938" sldId="2147483660"/>
        </pc:sldMasterMkLst>
        <pc:sldLayoutChg chg="add del mod replId">
          <pc:chgData name="Ayush Pratik" userId="73eeeaceec84fa27" providerId="Windows Live" clId="Web-{3BA81C61-D313-460F-B851-CBCE2A7FBF00}" dt="2026-01-25T11:05:34.176" v="1"/>
          <pc:sldLayoutMkLst>
            <pc:docMk/>
            <pc:sldMasterMk cId="169192938" sldId="2147483660"/>
            <pc:sldLayoutMk cId="399054171" sldId="2147483661"/>
          </pc:sldLayoutMkLst>
        </pc:sldLayoutChg>
        <pc:sldLayoutChg chg="add del mod replId">
          <pc:chgData name="Ayush Pratik" userId="73eeeaceec84fa27" providerId="Windows Live" clId="Web-{3BA81C61-D313-460F-B851-CBCE2A7FBF00}" dt="2026-01-25T11:05:34.176" v="1"/>
          <pc:sldLayoutMkLst>
            <pc:docMk/>
            <pc:sldMasterMk cId="169192938" sldId="2147483660"/>
            <pc:sldLayoutMk cId="286168553" sldId="2147483662"/>
          </pc:sldLayoutMkLst>
        </pc:sldLayoutChg>
        <pc:sldLayoutChg chg="add del mod replId">
          <pc:chgData name="Ayush Pratik" userId="73eeeaceec84fa27" providerId="Windows Live" clId="Web-{3BA81C61-D313-460F-B851-CBCE2A7FBF00}" dt="2026-01-25T11:05:34.176" v="1"/>
          <pc:sldLayoutMkLst>
            <pc:docMk/>
            <pc:sldMasterMk cId="169192938" sldId="2147483660"/>
            <pc:sldLayoutMk cId="438723278" sldId="2147483663"/>
          </pc:sldLayoutMkLst>
        </pc:sldLayoutChg>
        <pc:sldLayoutChg chg="add del mod replId">
          <pc:chgData name="Ayush Pratik" userId="73eeeaceec84fa27" providerId="Windows Live" clId="Web-{3BA81C61-D313-460F-B851-CBCE2A7FBF00}" dt="2026-01-25T11:05:34.176" v="1"/>
          <pc:sldLayoutMkLst>
            <pc:docMk/>
            <pc:sldMasterMk cId="169192938" sldId="2147483660"/>
            <pc:sldLayoutMk cId="2766880243" sldId="2147483664"/>
          </pc:sldLayoutMkLst>
        </pc:sldLayoutChg>
        <pc:sldLayoutChg chg="add del mod replId">
          <pc:chgData name="Ayush Pratik" userId="73eeeaceec84fa27" providerId="Windows Live" clId="Web-{3BA81C61-D313-460F-B851-CBCE2A7FBF00}" dt="2026-01-25T11:05:34.176" v="1"/>
          <pc:sldLayoutMkLst>
            <pc:docMk/>
            <pc:sldMasterMk cId="169192938" sldId="2147483660"/>
            <pc:sldLayoutMk cId="3497525938" sldId="2147483665"/>
          </pc:sldLayoutMkLst>
        </pc:sldLayoutChg>
        <pc:sldLayoutChg chg="add del mod replId">
          <pc:chgData name="Ayush Pratik" userId="73eeeaceec84fa27" providerId="Windows Live" clId="Web-{3BA81C61-D313-460F-B851-CBCE2A7FBF00}" dt="2026-01-25T11:05:34.176" v="1"/>
          <pc:sldLayoutMkLst>
            <pc:docMk/>
            <pc:sldMasterMk cId="169192938" sldId="2147483660"/>
            <pc:sldLayoutMk cId="88485536" sldId="2147483666"/>
          </pc:sldLayoutMkLst>
        </pc:sldLayoutChg>
        <pc:sldLayoutChg chg="add del mod replId">
          <pc:chgData name="Ayush Pratik" userId="73eeeaceec84fa27" providerId="Windows Live" clId="Web-{3BA81C61-D313-460F-B851-CBCE2A7FBF00}" dt="2026-01-25T11:05:34.176" v="1"/>
          <pc:sldLayoutMkLst>
            <pc:docMk/>
            <pc:sldMasterMk cId="169192938" sldId="2147483660"/>
            <pc:sldLayoutMk cId="2482488612" sldId="2147483667"/>
          </pc:sldLayoutMkLst>
        </pc:sldLayoutChg>
        <pc:sldLayoutChg chg="add del mod replId">
          <pc:chgData name="Ayush Pratik" userId="73eeeaceec84fa27" providerId="Windows Live" clId="Web-{3BA81C61-D313-460F-B851-CBCE2A7FBF00}" dt="2026-01-25T11:05:34.176" v="1"/>
          <pc:sldLayoutMkLst>
            <pc:docMk/>
            <pc:sldMasterMk cId="169192938" sldId="2147483660"/>
            <pc:sldLayoutMk cId="2285551947" sldId="2147483668"/>
          </pc:sldLayoutMkLst>
        </pc:sldLayoutChg>
        <pc:sldLayoutChg chg="add del mod replId">
          <pc:chgData name="Ayush Pratik" userId="73eeeaceec84fa27" providerId="Windows Live" clId="Web-{3BA81C61-D313-460F-B851-CBCE2A7FBF00}" dt="2026-01-25T11:05:34.176" v="1"/>
          <pc:sldLayoutMkLst>
            <pc:docMk/>
            <pc:sldMasterMk cId="169192938" sldId="2147483660"/>
            <pc:sldLayoutMk cId="786301782" sldId="2147483669"/>
          </pc:sldLayoutMkLst>
        </pc:sldLayoutChg>
        <pc:sldLayoutChg chg="add del mod replId">
          <pc:chgData name="Ayush Pratik" userId="73eeeaceec84fa27" providerId="Windows Live" clId="Web-{3BA81C61-D313-460F-B851-CBCE2A7FBF00}" dt="2026-01-25T11:05:34.176" v="1"/>
          <pc:sldLayoutMkLst>
            <pc:docMk/>
            <pc:sldMasterMk cId="169192938" sldId="2147483660"/>
            <pc:sldLayoutMk cId="3356413869" sldId="2147483670"/>
          </pc:sldLayoutMkLst>
        </pc:sldLayoutChg>
        <pc:sldLayoutChg chg="add del mod replId">
          <pc:chgData name="Ayush Pratik" userId="73eeeaceec84fa27" providerId="Windows Live" clId="Web-{3BA81C61-D313-460F-B851-CBCE2A7FBF00}" dt="2026-01-25T11:05:34.176" v="1"/>
          <pc:sldLayoutMkLst>
            <pc:docMk/>
            <pc:sldMasterMk cId="169192938" sldId="2147483660"/>
            <pc:sldLayoutMk cId="2455379017" sldId="2147483671"/>
          </pc:sldLayoutMkLst>
        </pc:sldLayoutChg>
        <pc:sldLayoutChg chg="add del mod replId">
          <pc:chgData name="Ayush Pratik" userId="73eeeaceec84fa27" providerId="Windows Live" clId="Web-{3BA81C61-D313-460F-B851-CBCE2A7FBF00}" dt="2026-01-25T11:05:34.176" v="1"/>
          <pc:sldLayoutMkLst>
            <pc:docMk/>
            <pc:sldMasterMk cId="169192938" sldId="2147483660"/>
            <pc:sldLayoutMk cId="3776685854" sldId="2147483672"/>
          </pc:sldLayoutMkLst>
        </pc:sldLayoutChg>
        <pc:sldLayoutChg chg="add del mod replId">
          <pc:chgData name="Ayush Pratik" userId="73eeeaceec84fa27" providerId="Windows Live" clId="Web-{3BA81C61-D313-460F-B851-CBCE2A7FBF00}" dt="2026-01-25T11:05:34.176" v="1"/>
          <pc:sldLayoutMkLst>
            <pc:docMk/>
            <pc:sldMasterMk cId="169192938" sldId="2147483660"/>
            <pc:sldLayoutMk cId="1590408673" sldId="2147483673"/>
          </pc:sldLayoutMkLst>
        </pc:sldLayoutChg>
        <pc:sldLayoutChg chg="add del mod replId">
          <pc:chgData name="Ayush Pratik" userId="73eeeaceec84fa27" providerId="Windows Live" clId="Web-{3BA81C61-D313-460F-B851-CBCE2A7FBF00}" dt="2026-01-25T11:05:34.176" v="1"/>
          <pc:sldLayoutMkLst>
            <pc:docMk/>
            <pc:sldMasterMk cId="169192938" sldId="2147483660"/>
            <pc:sldLayoutMk cId="1979307092" sldId="2147483674"/>
          </pc:sldLayoutMkLst>
        </pc:sldLayoutChg>
        <pc:sldLayoutChg chg="add del mod replId">
          <pc:chgData name="Ayush Pratik" userId="73eeeaceec84fa27" providerId="Windows Live" clId="Web-{3BA81C61-D313-460F-B851-CBCE2A7FBF00}" dt="2026-01-25T11:05:34.176" v="1"/>
          <pc:sldLayoutMkLst>
            <pc:docMk/>
            <pc:sldMasterMk cId="169192938" sldId="2147483660"/>
            <pc:sldLayoutMk cId="3652648853" sldId="2147483675"/>
          </pc:sldLayoutMkLst>
        </pc:sldLayoutChg>
        <pc:sldLayoutChg chg="add del mod replId">
          <pc:chgData name="Ayush Pratik" userId="73eeeaceec84fa27" providerId="Windows Live" clId="Web-{3BA81C61-D313-460F-B851-CBCE2A7FBF00}" dt="2026-01-25T11:05:34.176" v="1"/>
          <pc:sldLayoutMkLst>
            <pc:docMk/>
            <pc:sldMasterMk cId="169192938" sldId="2147483660"/>
            <pc:sldLayoutMk cId="2784380160" sldId="2147483676"/>
          </pc:sldLayoutMkLst>
        </pc:sldLayoutChg>
        <pc:sldLayoutChg chg="add del mod replId">
          <pc:chgData name="Ayush Pratik" userId="73eeeaceec84fa27" providerId="Windows Live" clId="Web-{3BA81C61-D313-460F-B851-CBCE2A7FBF00}" dt="2026-01-25T11:05:34.176" v="1"/>
          <pc:sldLayoutMkLst>
            <pc:docMk/>
            <pc:sldMasterMk cId="169192938" sldId="2147483660"/>
            <pc:sldLayoutMk cId="2002548951" sldId="2147483677"/>
          </pc:sldLayoutMkLst>
        </pc:sldLayoutChg>
      </pc:sldMasterChg>
      <pc:sldMasterChg chg="add del addSldLayout delSldLayout modSldLayout">
        <pc:chgData name="Ayush Pratik" userId="73eeeaceec84fa27" providerId="Windows Live" clId="Web-{3BA81C61-D313-460F-B851-CBCE2A7FBF00}" dt="2026-01-25T11:05:37.410" v="2"/>
        <pc:sldMasterMkLst>
          <pc:docMk/>
          <pc:sldMasterMk cId="4205139099" sldId="2147483678"/>
        </pc:sldMasterMkLst>
        <pc:sldLayoutChg chg="add del mod replId">
          <pc:chgData name="Ayush Pratik" userId="73eeeaceec84fa27" providerId="Windows Live" clId="Web-{3BA81C61-D313-460F-B851-CBCE2A7FBF00}" dt="2026-01-25T11:05:37.410" v="2"/>
          <pc:sldLayoutMkLst>
            <pc:docMk/>
            <pc:sldMasterMk cId="4205139099" sldId="2147483678"/>
            <pc:sldLayoutMk cId="1541995804" sldId="2147483679"/>
          </pc:sldLayoutMkLst>
        </pc:sldLayoutChg>
        <pc:sldLayoutChg chg="add del mod replId">
          <pc:chgData name="Ayush Pratik" userId="73eeeaceec84fa27" providerId="Windows Live" clId="Web-{3BA81C61-D313-460F-B851-CBCE2A7FBF00}" dt="2026-01-25T11:05:37.410" v="2"/>
          <pc:sldLayoutMkLst>
            <pc:docMk/>
            <pc:sldMasterMk cId="4205139099" sldId="2147483678"/>
            <pc:sldLayoutMk cId="4138308372" sldId="2147483680"/>
          </pc:sldLayoutMkLst>
        </pc:sldLayoutChg>
        <pc:sldLayoutChg chg="add del mod replId">
          <pc:chgData name="Ayush Pratik" userId="73eeeaceec84fa27" providerId="Windows Live" clId="Web-{3BA81C61-D313-460F-B851-CBCE2A7FBF00}" dt="2026-01-25T11:05:37.410" v="2"/>
          <pc:sldLayoutMkLst>
            <pc:docMk/>
            <pc:sldMasterMk cId="4205139099" sldId="2147483678"/>
            <pc:sldLayoutMk cId="3478840912" sldId="2147483681"/>
          </pc:sldLayoutMkLst>
        </pc:sldLayoutChg>
        <pc:sldLayoutChg chg="add del mod replId">
          <pc:chgData name="Ayush Pratik" userId="73eeeaceec84fa27" providerId="Windows Live" clId="Web-{3BA81C61-D313-460F-B851-CBCE2A7FBF00}" dt="2026-01-25T11:05:37.410" v="2"/>
          <pc:sldLayoutMkLst>
            <pc:docMk/>
            <pc:sldMasterMk cId="4205139099" sldId="2147483678"/>
            <pc:sldLayoutMk cId="20986414" sldId="2147483682"/>
          </pc:sldLayoutMkLst>
        </pc:sldLayoutChg>
        <pc:sldLayoutChg chg="add del mod replId">
          <pc:chgData name="Ayush Pratik" userId="73eeeaceec84fa27" providerId="Windows Live" clId="Web-{3BA81C61-D313-460F-B851-CBCE2A7FBF00}" dt="2026-01-25T11:05:37.410" v="2"/>
          <pc:sldLayoutMkLst>
            <pc:docMk/>
            <pc:sldMasterMk cId="4205139099" sldId="2147483678"/>
            <pc:sldLayoutMk cId="106419623" sldId="2147483683"/>
          </pc:sldLayoutMkLst>
        </pc:sldLayoutChg>
        <pc:sldLayoutChg chg="add del mod replId">
          <pc:chgData name="Ayush Pratik" userId="73eeeaceec84fa27" providerId="Windows Live" clId="Web-{3BA81C61-D313-460F-B851-CBCE2A7FBF00}" dt="2026-01-25T11:05:37.410" v="2"/>
          <pc:sldLayoutMkLst>
            <pc:docMk/>
            <pc:sldMasterMk cId="4205139099" sldId="2147483678"/>
            <pc:sldLayoutMk cId="1837381306" sldId="2147483684"/>
          </pc:sldLayoutMkLst>
        </pc:sldLayoutChg>
        <pc:sldLayoutChg chg="add del mod replId">
          <pc:chgData name="Ayush Pratik" userId="73eeeaceec84fa27" providerId="Windows Live" clId="Web-{3BA81C61-D313-460F-B851-CBCE2A7FBF00}" dt="2026-01-25T11:05:37.410" v="2"/>
          <pc:sldLayoutMkLst>
            <pc:docMk/>
            <pc:sldMasterMk cId="4205139099" sldId="2147483678"/>
            <pc:sldLayoutMk cId="3705656473" sldId="2147483685"/>
          </pc:sldLayoutMkLst>
        </pc:sldLayoutChg>
        <pc:sldLayoutChg chg="add del mod replId">
          <pc:chgData name="Ayush Pratik" userId="73eeeaceec84fa27" providerId="Windows Live" clId="Web-{3BA81C61-D313-460F-B851-CBCE2A7FBF00}" dt="2026-01-25T11:05:37.410" v="2"/>
          <pc:sldLayoutMkLst>
            <pc:docMk/>
            <pc:sldMasterMk cId="4205139099" sldId="2147483678"/>
            <pc:sldLayoutMk cId="132091504" sldId="2147483686"/>
          </pc:sldLayoutMkLst>
        </pc:sldLayoutChg>
        <pc:sldLayoutChg chg="add del mod replId">
          <pc:chgData name="Ayush Pratik" userId="73eeeaceec84fa27" providerId="Windows Live" clId="Web-{3BA81C61-D313-460F-B851-CBCE2A7FBF00}" dt="2026-01-25T11:05:37.410" v="2"/>
          <pc:sldLayoutMkLst>
            <pc:docMk/>
            <pc:sldMasterMk cId="4205139099" sldId="2147483678"/>
            <pc:sldLayoutMk cId="4108492620" sldId="2147483687"/>
          </pc:sldLayoutMkLst>
        </pc:sldLayoutChg>
        <pc:sldLayoutChg chg="add del mod replId">
          <pc:chgData name="Ayush Pratik" userId="73eeeaceec84fa27" providerId="Windows Live" clId="Web-{3BA81C61-D313-460F-B851-CBCE2A7FBF00}" dt="2026-01-25T11:05:37.410" v="2"/>
          <pc:sldLayoutMkLst>
            <pc:docMk/>
            <pc:sldMasterMk cId="4205139099" sldId="2147483678"/>
            <pc:sldLayoutMk cId="264601378" sldId="2147483688"/>
          </pc:sldLayoutMkLst>
        </pc:sldLayoutChg>
        <pc:sldLayoutChg chg="add del mod replId">
          <pc:chgData name="Ayush Pratik" userId="73eeeaceec84fa27" providerId="Windows Live" clId="Web-{3BA81C61-D313-460F-B851-CBCE2A7FBF00}" dt="2026-01-25T11:05:37.410" v="2"/>
          <pc:sldLayoutMkLst>
            <pc:docMk/>
            <pc:sldMasterMk cId="4205139099" sldId="2147483678"/>
            <pc:sldLayoutMk cId="1032442705" sldId="2147483689"/>
          </pc:sldLayoutMkLst>
        </pc:sldLayoutChg>
        <pc:sldLayoutChg chg="add del mod replId">
          <pc:chgData name="Ayush Pratik" userId="73eeeaceec84fa27" providerId="Windows Live" clId="Web-{3BA81C61-D313-460F-B851-CBCE2A7FBF00}" dt="2026-01-25T11:05:37.410" v="2"/>
          <pc:sldLayoutMkLst>
            <pc:docMk/>
            <pc:sldMasterMk cId="4205139099" sldId="2147483678"/>
            <pc:sldLayoutMk cId="951096843" sldId="2147483690"/>
          </pc:sldLayoutMkLst>
        </pc:sldLayoutChg>
        <pc:sldLayoutChg chg="add del mod replId">
          <pc:chgData name="Ayush Pratik" userId="73eeeaceec84fa27" providerId="Windows Live" clId="Web-{3BA81C61-D313-460F-B851-CBCE2A7FBF00}" dt="2026-01-25T11:05:37.410" v="2"/>
          <pc:sldLayoutMkLst>
            <pc:docMk/>
            <pc:sldMasterMk cId="4205139099" sldId="2147483678"/>
            <pc:sldLayoutMk cId="118433839" sldId="2147483691"/>
          </pc:sldLayoutMkLst>
        </pc:sldLayoutChg>
        <pc:sldLayoutChg chg="add del mod replId">
          <pc:chgData name="Ayush Pratik" userId="73eeeaceec84fa27" providerId="Windows Live" clId="Web-{3BA81C61-D313-460F-B851-CBCE2A7FBF00}" dt="2026-01-25T11:05:37.410" v="2"/>
          <pc:sldLayoutMkLst>
            <pc:docMk/>
            <pc:sldMasterMk cId="4205139099" sldId="2147483678"/>
            <pc:sldLayoutMk cId="2752547819" sldId="2147483692"/>
          </pc:sldLayoutMkLst>
        </pc:sldLayoutChg>
        <pc:sldLayoutChg chg="add del mod replId">
          <pc:chgData name="Ayush Pratik" userId="73eeeaceec84fa27" providerId="Windows Live" clId="Web-{3BA81C61-D313-460F-B851-CBCE2A7FBF00}" dt="2026-01-25T11:05:37.410" v="2"/>
          <pc:sldLayoutMkLst>
            <pc:docMk/>
            <pc:sldMasterMk cId="4205139099" sldId="2147483678"/>
            <pc:sldLayoutMk cId="2458153321" sldId="2147483693"/>
          </pc:sldLayoutMkLst>
        </pc:sldLayoutChg>
        <pc:sldLayoutChg chg="add del mod replId">
          <pc:chgData name="Ayush Pratik" userId="73eeeaceec84fa27" providerId="Windows Live" clId="Web-{3BA81C61-D313-460F-B851-CBCE2A7FBF00}" dt="2026-01-25T11:05:37.410" v="2"/>
          <pc:sldLayoutMkLst>
            <pc:docMk/>
            <pc:sldMasterMk cId="4205139099" sldId="2147483678"/>
            <pc:sldLayoutMk cId="3183064750" sldId="2147483694"/>
          </pc:sldLayoutMkLst>
        </pc:sldLayoutChg>
        <pc:sldLayoutChg chg="add del mod replId">
          <pc:chgData name="Ayush Pratik" userId="73eeeaceec84fa27" providerId="Windows Live" clId="Web-{3BA81C61-D313-460F-B851-CBCE2A7FBF00}" dt="2026-01-25T11:05:37.410" v="2"/>
          <pc:sldLayoutMkLst>
            <pc:docMk/>
            <pc:sldMasterMk cId="4205139099" sldId="2147483678"/>
            <pc:sldLayoutMk cId="841699932" sldId="2147483695"/>
          </pc:sldLayoutMkLst>
        </pc:sldLayoutChg>
      </pc:sldMasterChg>
      <pc:sldMasterChg chg="add del addSldLayout delSldLayout modSldLayout">
        <pc:chgData name="Ayush Pratik" userId="73eeeaceec84fa27" providerId="Windows Live" clId="Web-{3BA81C61-D313-460F-B851-CBCE2A7FBF00}" dt="2026-01-25T11:05:59.880" v="3"/>
        <pc:sldMasterMkLst>
          <pc:docMk/>
          <pc:sldMasterMk cId="3728312263" sldId="2147483696"/>
        </pc:sldMasterMkLst>
        <pc:sldLayoutChg chg="add del mod replId">
          <pc:chgData name="Ayush Pratik" userId="73eeeaceec84fa27" providerId="Windows Live" clId="Web-{3BA81C61-D313-460F-B851-CBCE2A7FBF00}" dt="2026-01-25T11:05:59.880" v="3"/>
          <pc:sldLayoutMkLst>
            <pc:docMk/>
            <pc:sldMasterMk cId="3728312263" sldId="2147483696"/>
            <pc:sldLayoutMk cId="2544123104" sldId="2147483697"/>
          </pc:sldLayoutMkLst>
        </pc:sldLayoutChg>
        <pc:sldLayoutChg chg="add del mod replId">
          <pc:chgData name="Ayush Pratik" userId="73eeeaceec84fa27" providerId="Windows Live" clId="Web-{3BA81C61-D313-460F-B851-CBCE2A7FBF00}" dt="2026-01-25T11:05:59.880" v="3"/>
          <pc:sldLayoutMkLst>
            <pc:docMk/>
            <pc:sldMasterMk cId="3728312263" sldId="2147483696"/>
            <pc:sldLayoutMk cId="1907475057" sldId="2147483698"/>
          </pc:sldLayoutMkLst>
        </pc:sldLayoutChg>
        <pc:sldLayoutChg chg="add del mod replId">
          <pc:chgData name="Ayush Pratik" userId="73eeeaceec84fa27" providerId="Windows Live" clId="Web-{3BA81C61-D313-460F-B851-CBCE2A7FBF00}" dt="2026-01-25T11:05:59.880" v="3"/>
          <pc:sldLayoutMkLst>
            <pc:docMk/>
            <pc:sldMasterMk cId="3728312263" sldId="2147483696"/>
            <pc:sldLayoutMk cId="3088082062" sldId="2147483699"/>
          </pc:sldLayoutMkLst>
        </pc:sldLayoutChg>
        <pc:sldLayoutChg chg="add del mod replId">
          <pc:chgData name="Ayush Pratik" userId="73eeeaceec84fa27" providerId="Windows Live" clId="Web-{3BA81C61-D313-460F-B851-CBCE2A7FBF00}" dt="2026-01-25T11:05:59.880" v="3"/>
          <pc:sldLayoutMkLst>
            <pc:docMk/>
            <pc:sldMasterMk cId="3728312263" sldId="2147483696"/>
            <pc:sldLayoutMk cId="835485454" sldId="2147483700"/>
          </pc:sldLayoutMkLst>
        </pc:sldLayoutChg>
        <pc:sldLayoutChg chg="add del mod replId">
          <pc:chgData name="Ayush Pratik" userId="73eeeaceec84fa27" providerId="Windows Live" clId="Web-{3BA81C61-D313-460F-B851-CBCE2A7FBF00}" dt="2026-01-25T11:05:59.880" v="3"/>
          <pc:sldLayoutMkLst>
            <pc:docMk/>
            <pc:sldMasterMk cId="3728312263" sldId="2147483696"/>
            <pc:sldLayoutMk cId="209231234" sldId="2147483701"/>
          </pc:sldLayoutMkLst>
        </pc:sldLayoutChg>
        <pc:sldLayoutChg chg="add del mod replId">
          <pc:chgData name="Ayush Pratik" userId="73eeeaceec84fa27" providerId="Windows Live" clId="Web-{3BA81C61-D313-460F-B851-CBCE2A7FBF00}" dt="2026-01-25T11:05:59.880" v="3"/>
          <pc:sldLayoutMkLst>
            <pc:docMk/>
            <pc:sldMasterMk cId="3728312263" sldId="2147483696"/>
            <pc:sldLayoutMk cId="59214860" sldId="2147483702"/>
          </pc:sldLayoutMkLst>
        </pc:sldLayoutChg>
        <pc:sldLayoutChg chg="add del mod replId">
          <pc:chgData name="Ayush Pratik" userId="73eeeaceec84fa27" providerId="Windows Live" clId="Web-{3BA81C61-D313-460F-B851-CBCE2A7FBF00}" dt="2026-01-25T11:05:59.880" v="3"/>
          <pc:sldLayoutMkLst>
            <pc:docMk/>
            <pc:sldMasterMk cId="3728312263" sldId="2147483696"/>
            <pc:sldLayoutMk cId="1586277744" sldId="2147483703"/>
          </pc:sldLayoutMkLst>
        </pc:sldLayoutChg>
        <pc:sldLayoutChg chg="add del mod replId">
          <pc:chgData name="Ayush Pratik" userId="73eeeaceec84fa27" providerId="Windows Live" clId="Web-{3BA81C61-D313-460F-B851-CBCE2A7FBF00}" dt="2026-01-25T11:05:59.880" v="3"/>
          <pc:sldLayoutMkLst>
            <pc:docMk/>
            <pc:sldMasterMk cId="3728312263" sldId="2147483696"/>
            <pc:sldLayoutMk cId="1727611989" sldId="2147483704"/>
          </pc:sldLayoutMkLst>
        </pc:sldLayoutChg>
        <pc:sldLayoutChg chg="add del mod replId">
          <pc:chgData name="Ayush Pratik" userId="73eeeaceec84fa27" providerId="Windows Live" clId="Web-{3BA81C61-D313-460F-B851-CBCE2A7FBF00}" dt="2026-01-25T11:05:59.880" v="3"/>
          <pc:sldLayoutMkLst>
            <pc:docMk/>
            <pc:sldMasterMk cId="3728312263" sldId="2147483696"/>
            <pc:sldLayoutMk cId="1766823541" sldId="2147483705"/>
          </pc:sldLayoutMkLst>
        </pc:sldLayoutChg>
        <pc:sldLayoutChg chg="add del mod replId">
          <pc:chgData name="Ayush Pratik" userId="73eeeaceec84fa27" providerId="Windows Live" clId="Web-{3BA81C61-D313-460F-B851-CBCE2A7FBF00}" dt="2026-01-25T11:05:59.880" v="3"/>
          <pc:sldLayoutMkLst>
            <pc:docMk/>
            <pc:sldMasterMk cId="3728312263" sldId="2147483696"/>
            <pc:sldLayoutMk cId="2795034404" sldId="2147483706"/>
          </pc:sldLayoutMkLst>
        </pc:sldLayoutChg>
        <pc:sldLayoutChg chg="add del mod replId">
          <pc:chgData name="Ayush Pratik" userId="73eeeaceec84fa27" providerId="Windows Live" clId="Web-{3BA81C61-D313-460F-B851-CBCE2A7FBF00}" dt="2026-01-25T11:05:59.880" v="3"/>
          <pc:sldLayoutMkLst>
            <pc:docMk/>
            <pc:sldMasterMk cId="3728312263" sldId="2147483696"/>
            <pc:sldLayoutMk cId="1866655600" sldId="2147483707"/>
          </pc:sldLayoutMkLst>
        </pc:sldLayoutChg>
        <pc:sldLayoutChg chg="add del mod replId">
          <pc:chgData name="Ayush Pratik" userId="73eeeaceec84fa27" providerId="Windows Live" clId="Web-{3BA81C61-D313-460F-B851-CBCE2A7FBF00}" dt="2026-01-25T11:05:59.880" v="3"/>
          <pc:sldLayoutMkLst>
            <pc:docMk/>
            <pc:sldMasterMk cId="3728312263" sldId="2147483696"/>
            <pc:sldLayoutMk cId="1769835838" sldId="2147483708"/>
          </pc:sldLayoutMkLst>
        </pc:sldLayoutChg>
        <pc:sldLayoutChg chg="add del mod replId">
          <pc:chgData name="Ayush Pratik" userId="73eeeaceec84fa27" providerId="Windows Live" clId="Web-{3BA81C61-D313-460F-B851-CBCE2A7FBF00}" dt="2026-01-25T11:05:59.880" v="3"/>
          <pc:sldLayoutMkLst>
            <pc:docMk/>
            <pc:sldMasterMk cId="3728312263" sldId="2147483696"/>
            <pc:sldLayoutMk cId="1723697942" sldId="2147483709"/>
          </pc:sldLayoutMkLst>
        </pc:sldLayoutChg>
        <pc:sldLayoutChg chg="add del mod replId">
          <pc:chgData name="Ayush Pratik" userId="73eeeaceec84fa27" providerId="Windows Live" clId="Web-{3BA81C61-D313-460F-B851-CBCE2A7FBF00}" dt="2026-01-25T11:05:59.880" v="3"/>
          <pc:sldLayoutMkLst>
            <pc:docMk/>
            <pc:sldMasterMk cId="3728312263" sldId="2147483696"/>
            <pc:sldLayoutMk cId="786211313" sldId="2147483710"/>
          </pc:sldLayoutMkLst>
        </pc:sldLayoutChg>
        <pc:sldLayoutChg chg="add del mod replId">
          <pc:chgData name="Ayush Pratik" userId="73eeeaceec84fa27" providerId="Windows Live" clId="Web-{3BA81C61-D313-460F-B851-CBCE2A7FBF00}" dt="2026-01-25T11:05:59.880" v="3"/>
          <pc:sldLayoutMkLst>
            <pc:docMk/>
            <pc:sldMasterMk cId="3728312263" sldId="2147483696"/>
            <pc:sldLayoutMk cId="4052243226" sldId="2147483711"/>
          </pc:sldLayoutMkLst>
        </pc:sldLayoutChg>
        <pc:sldLayoutChg chg="add del mod replId">
          <pc:chgData name="Ayush Pratik" userId="73eeeaceec84fa27" providerId="Windows Live" clId="Web-{3BA81C61-D313-460F-B851-CBCE2A7FBF00}" dt="2026-01-25T11:05:59.880" v="3"/>
          <pc:sldLayoutMkLst>
            <pc:docMk/>
            <pc:sldMasterMk cId="3728312263" sldId="2147483696"/>
            <pc:sldLayoutMk cId="3321936353" sldId="2147483712"/>
          </pc:sldLayoutMkLst>
        </pc:sldLayoutChg>
        <pc:sldLayoutChg chg="add del mod replId">
          <pc:chgData name="Ayush Pratik" userId="73eeeaceec84fa27" providerId="Windows Live" clId="Web-{3BA81C61-D313-460F-B851-CBCE2A7FBF00}" dt="2026-01-25T11:05:59.880" v="3"/>
          <pc:sldLayoutMkLst>
            <pc:docMk/>
            <pc:sldMasterMk cId="3728312263" sldId="2147483696"/>
            <pc:sldLayoutMk cId="3856494467" sldId="2147483713"/>
          </pc:sldLayoutMkLst>
        </pc:sldLayoutChg>
      </pc:sldMasterChg>
      <pc:sldMasterChg chg="add del addSldLayout delSldLayout modSldLayout">
        <pc:chgData name="Ayush Pratik" userId="73eeeaceec84fa27" providerId="Windows Live" clId="Web-{3BA81C61-D313-460F-B851-CBCE2A7FBF00}" dt="2026-01-25T11:07:20.929" v="13"/>
        <pc:sldMasterMkLst>
          <pc:docMk/>
          <pc:sldMasterMk cId="3404439734" sldId="2147483714"/>
        </pc:sldMasterMkLst>
        <pc:sldLayoutChg chg="add del mod replId">
          <pc:chgData name="Ayush Pratik" userId="73eeeaceec84fa27" providerId="Windows Live" clId="Web-{3BA81C61-D313-460F-B851-CBCE2A7FBF00}" dt="2026-01-25T11:07:20.929" v="13"/>
          <pc:sldLayoutMkLst>
            <pc:docMk/>
            <pc:sldMasterMk cId="3404439734" sldId="2147483714"/>
            <pc:sldLayoutMk cId="146188346" sldId="2147483715"/>
          </pc:sldLayoutMkLst>
        </pc:sldLayoutChg>
        <pc:sldLayoutChg chg="add del mod replId">
          <pc:chgData name="Ayush Pratik" userId="73eeeaceec84fa27" providerId="Windows Live" clId="Web-{3BA81C61-D313-460F-B851-CBCE2A7FBF00}" dt="2026-01-25T11:07:20.929" v="13"/>
          <pc:sldLayoutMkLst>
            <pc:docMk/>
            <pc:sldMasterMk cId="3404439734" sldId="2147483714"/>
            <pc:sldLayoutMk cId="2526474718" sldId="2147483716"/>
          </pc:sldLayoutMkLst>
        </pc:sldLayoutChg>
        <pc:sldLayoutChg chg="add del mod replId">
          <pc:chgData name="Ayush Pratik" userId="73eeeaceec84fa27" providerId="Windows Live" clId="Web-{3BA81C61-D313-460F-B851-CBCE2A7FBF00}" dt="2026-01-25T11:07:20.929" v="13"/>
          <pc:sldLayoutMkLst>
            <pc:docMk/>
            <pc:sldMasterMk cId="3404439734" sldId="2147483714"/>
            <pc:sldLayoutMk cId="3394439110" sldId="2147483717"/>
          </pc:sldLayoutMkLst>
        </pc:sldLayoutChg>
        <pc:sldLayoutChg chg="add del mod replId">
          <pc:chgData name="Ayush Pratik" userId="73eeeaceec84fa27" providerId="Windows Live" clId="Web-{3BA81C61-D313-460F-B851-CBCE2A7FBF00}" dt="2026-01-25T11:07:20.929" v="13"/>
          <pc:sldLayoutMkLst>
            <pc:docMk/>
            <pc:sldMasterMk cId="3404439734" sldId="2147483714"/>
            <pc:sldLayoutMk cId="2619487606" sldId="2147483718"/>
          </pc:sldLayoutMkLst>
        </pc:sldLayoutChg>
        <pc:sldLayoutChg chg="add del mod replId">
          <pc:chgData name="Ayush Pratik" userId="73eeeaceec84fa27" providerId="Windows Live" clId="Web-{3BA81C61-D313-460F-B851-CBCE2A7FBF00}" dt="2026-01-25T11:07:20.929" v="13"/>
          <pc:sldLayoutMkLst>
            <pc:docMk/>
            <pc:sldMasterMk cId="3404439734" sldId="2147483714"/>
            <pc:sldLayoutMk cId="225562491" sldId="2147483719"/>
          </pc:sldLayoutMkLst>
        </pc:sldLayoutChg>
        <pc:sldLayoutChg chg="add del mod replId">
          <pc:chgData name="Ayush Pratik" userId="73eeeaceec84fa27" providerId="Windows Live" clId="Web-{3BA81C61-D313-460F-B851-CBCE2A7FBF00}" dt="2026-01-25T11:07:20.929" v="13"/>
          <pc:sldLayoutMkLst>
            <pc:docMk/>
            <pc:sldMasterMk cId="3404439734" sldId="2147483714"/>
            <pc:sldLayoutMk cId="3628385742" sldId="2147483720"/>
          </pc:sldLayoutMkLst>
        </pc:sldLayoutChg>
        <pc:sldLayoutChg chg="add del mod replId">
          <pc:chgData name="Ayush Pratik" userId="73eeeaceec84fa27" providerId="Windows Live" clId="Web-{3BA81C61-D313-460F-B851-CBCE2A7FBF00}" dt="2026-01-25T11:07:20.929" v="13"/>
          <pc:sldLayoutMkLst>
            <pc:docMk/>
            <pc:sldMasterMk cId="3404439734" sldId="2147483714"/>
            <pc:sldLayoutMk cId="1818016075" sldId="2147483721"/>
          </pc:sldLayoutMkLst>
        </pc:sldLayoutChg>
        <pc:sldLayoutChg chg="add del mod replId">
          <pc:chgData name="Ayush Pratik" userId="73eeeaceec84fa27" providerId="Windows Live" clId="Web-{3BA81C61-D313-460F-B851-CBCE2A7FBF00}" dt="2026-01-25T11:07:20.929" v="13"/>
          <pc:sldLayoutMkLst>
            <pc:docMk/>
            <pc:sldMasterMk cId="3404439734" sldId="2147483714"/>
            <pc:sldLayoutMk cId="592343169" sldId="2147483722"/>
          </pc:sldLayoutMkLst>
        </pc:sldLayoutChg>
        <pc:sldLayoutChg chg="add del mod replId">
          <pc:chgData name="Ayush Pratik" userId="73eeeaceec84fa27" providerId="Windows Live" clId="Web-{3BA81C61-D313-460F-B851-CBCE2A7FBF00}" dt="2026-01-25T11:07:20.929" v="13"/>
          <pc:sldLayoutMkLst>
            <pc:docMk/>
            <pc:sldMasterMk cId="3404439734" sldId="2147483714"/>
            <pc:sldLayoutMk cId="441791941" sldId="2147483723"/>
          </pc:sldLayoutMkLst>
        </pc:sldLayoutChg>
        <pc:sldLayoutChg chg="add del mod replId">
          <pc:chgData name="Ayush Pratik" userId="73eeeaceec84fa27" providerId="Windows Live" clId="Web-{3BA81C61-D313-460F-B851-CBCE2A7FBF00}" dt="2026-01-25T11:07:20.929" v="13"/>
          <pc:sldLayoutMkLst>
            <pc:docMk/>
            <pc:sldMasterMk cId="3404439734" sldId="2147483714"/>
            <pc:sldLayoutMk cId="2844390245" sldId="2147483724"/>
          </pc:sldLayoutMkLst>
        </pc:sldLayoutChg>
        <pc:sldLayoutChg chg="add del mod replId">
          <pc:chgData name="Ayush Pratik" userId="73eeeaceec84fa27" providerId="Windows Live" clId="Web-{3BA81C61-D313-460F-B851-CBCE2A7FBF00}" dt="2026-01-25T11:07:20.929" v="13"/>
          <pc:sldLayoutMkLst>
            <pc:docMk/>
            <pc:sldMasterMk cId="3404439734" sldId="2147483714"/>
            <pc:sldLayoutMk cId="2565887420" sldId="2147483725"/>
          </pc:sldLayoutMkLst>
        </pc:sldLayoutChg>
        <pc:sldLayoutChg chg="add del mod replId">
          <pc:chgData name="Ayush Pratik" userId="73eeeaceec84fa27" providerId="Windows Live" clId="Web-{3BA81C61-D313-460F-B851-CBCE2A7FBF00}" dt="2026-01-25T11:07:20.929" v="13"/>
          <pc:sldLayoutMkLst>
            <pc:docMk/>
            <pc:sldMasterMk cId="3404439734" sldId="2147483714"/>
            <pc:sldLayoutMk cId="1119323757" sldId="2147483726"/>
          </pc:sldLayoutMkLst>
        </pc:sldLayoutChg>
        <pc:sldLayoutChg chg="add del mod replId">
          <pc:chgData name="Ayush Pratik" userId="73eeeaceec84fa27" providerId="Windows Live" clId="Web-{3BA81C61-D313-460F-B851-CBCE2A7FBF00}" dt="2026-01-25T11:07:20.929" v="13"/>
          <pc:sldLayoutMkLst>
            <pc:docMk/>
            <pc:sldMasterMk cId="3404439734" sldId="2147483714"/>
            <pc:sldLayoutMk cId="992842783" sldId="2147483727"/>
          </pc:sldLayoutMkLst>
        </pc:sldLayoutChg>
        <pc:sldLayoutChg chg="add del mod replId">
          <pc:chgData name="Ayush Pratik" userId="73eeeaceec84fa27" providerId="Windows Live" clId="Web-{3BA81C61-D313-460F-B851-CBCE2A7FBF00}" dt="2026-01-25T11:07:20.929" v="13"/>
          <pc:sldLayoutMkLst>
            <pc:docMk/>
            <pc:sldMasterMk cId="3404439734" sldId="2147483714"/>
            <pc:sldLayoutMk cId="1972250212" sldId="2147483728"/>
          </pc:sldLayoutMkLst>
        </pc:sldLayoutChg>
        <pc:sldLayoutChg chg="add del mod replId">
          <pc:chgData name="Ayush Pratik" userId="73eeeaceec84fa27" providerId="Windows Live" clId="Web-{3BA81C61-D313-460F-B851-CBCE2A7FBF00}" dt="2026-01-25T11:07:20.929" v="13"/>
          <pc:sldLayoutMkLst>
            <pc:docMk/>
            <pc:sldMasterMk cId="3404439734" sldId="2147483714"/>
            <pc:sldLayoutMk cId="3811942632" sldId="2147483729"/>
          </pc:sldLayoutMkLst>
        </pc:sldLayoutChg>
        <pc:sldLayoutChg chg="add del mod replId">
          <pc:chgData name="Ayush Pratik" userId="73eeeaceec84fa27" providerId="Windows Live" clId="Web-{3BA81C61-D313-460F-B851-CBCE2A7FBF00}" dt="2026-01-25T11:07:20.929" v="13"/>
          <pc:sldLayoutMkLst>
            <pc:docMk/>
            <pc:sldMasterMk cId="3404439734" sldId="2147483714"/>
            <pc:sldLayoutMk cId="1756902620" sldId="2147483730"/>
          </pc:sldLayoutMkLst>
        </pc:sldLayoutChg>
        <pc:sldLayoutChg chg="add del mod replId">
          <pc:chgData name="Ayush Pratik" userId="73eeeaceec84fa27" providerId="Windows Live" clId="Web-{3BA81C61-D313-460F-B851-CBCE2A7FBF00}" dt="2026-01-25T11:07:20.929" v="13"/>
          <pc:sldLayoutMkLst>
            <pc:docMk/>
            <pc:sldMasterMk cId="3404439734" sldId="2147483714"/>
            <pc:sldLayoutMk cId="923568648" sldId="2147483731"/>
          </pc:sldLayoutMkLst>
        </pc:sldLayoutChg>
      </pc:sldMasterChg>
      <pc:sldMasterChg chg="add del addSldLayout delSldLayout modSldLayout">
        <pc:chgData name="Ayush Pratik" userId="73eeeaceec84fa27" providerId="Windows Live" clId="Web-{3BA81C61-D313-460F-B851-CBCE2A7FBF00}" dt="2026-01-25T11:07:26.241" v="15"/>
        <pc:sldMasterMkLst>
          <pc:docMk/>
          <pc:sldMasterMk cId="3589613640" sldId="2147483732"/>
        </pc:sldMasterMkLst>
        <pc:sldLayoutChg chg="add del mod replId">
          <pc:chgData name="Ayush Pratik" userId="73eeeaceec84fa27" providerId="Windows Live" clId="Web-{3BA81C61-D313-460F-B851-CBCE2A7FBF00}" dt="2026-01-25T11:07:26.241" v="15"/>
          <pc:sldLayoutMkLst>
            <pc:docMk/>
            <pc:sldMasterMk cId="3589613640" sldId="2147483732"/>
            <pc:sldLayoutMk cId="752768269" sldId="2147483733"/>
          </pc:sldLayoutMkLst>
        </pc:sldLayoutChg>
        <pc:sldLayoutChg chg="add del mod replId">
          <pc:chgData name="Ayush Pratik" userId="73eeeaceec84fa27" providerId="Windows Live" clId="Web-{3BA81C61-D313-460F-B851-CBCE2A7FBF00}" dt="2026-01-25T11:07:26.241" v="15"/>
          <pc:sldLayoutMkLst>
            <pc:docMk/>
            <pc:sldMasterMk cId="3589613640" sldId="2147483732"/>
            <pc:sldLayoutMk cId="157157777" sldId="2147483734"/>
          </pc:sldLayoutMkLst>
        </pc:sldLayoutChg>
        <pc:sldLayoutChg chg="add del mod replId">
          <pc:chgData name="Ayush Pratik" userId="73eeeaceec84fa27" providerId="Windows Live" clId="Web-{3BA81C61-D313-460F-B851-CBCE2A7FBF00}" dt="2026-01-25T11:07:26.241" v="15"/>
          <pc:sldLayoutMkLst>
            <pc:docMk/>
            <pc:sldMasterMk cId="3589613640" sldId="2147483732"/>
            <pc:sldLayoutMk cId="516631408" sldId="2147483735"/>
          </pc:sldLayoutMkLst>
        </pc:sldLayoutChg>
        <pc:sldLayoutChg chg="add del mod replId">
          <pc:chgData name="Ayush Pratik" userId="73eeeaceec84fa27" providerId="Windows Live" clId="Web-{3BA81C61-D313-460F-B851-CBCE2A7FBF00}" dt="2026-01-25T11:07:26.241" v="15"/>
          <pc:sldLayoutMkLst>
            <pc:docMk/>
            <pc:sldMasterMk cId="3589613640" sldId="2147483732"/>
            <pc:sldLayoutMk cId="3265887698" sldId="2147483736"/>
          </pc:sldLayoutMkLst>
        </pc:sldLayoutChg>
        <pc:sldLayoutChg chg="add del mod replId">
          <pc:chgData name="Ayush Pratik" userId="73eeeaceec84fa27" providerId="Windows Live" clId="Web-{3BA81C61-D313-460F-B851-CBCE2A7FBF00}" dt="2026-01-25T11:07:26.241" v="15"/>
          <pc:sldLayoutMkLst>
            <pc:docMk/>
            <pc:sldMasterMk cId="3589613640" sldId="2147483732"/>
            <pc:sldLayoutMk cId="2388380619" sldId="2147483737"/>
          </pc:sldLayoutMkLst>
        </pc:sldLayoutChg>
        <pc:sldLayoutChg chg="add del mod replId">
          <pc:chgData name="Ayush Pratik" userId="73eeeaceec84fa27" providerId="Windows Live" clId="Web-{3BA81C61-D313-460F-B851-CBCE2A7FBF00}" dt="2026-01-25T11:07:26.241" v="15"/>
          <pc:sldLayoutMkLst>
            <pc:docMk/>
            <pc:sldMasterMk cId="3589613640" sldId="2147483732"/>
            <pc:sldLayoutMk cId="533179342" sldId="2147483738"/>
          </pc:sldLayoutMkLst>
        </pc:sldLayoutChg>
        <pc:sldLayoutChg chg="add del mod replId">
          <pc:chgData name="Ayush Pratik" userId="73eeeaceec84fa27" providerId="Windows Live" clId="Web-{3BA81C61-D313-460F-B851-CBCE2A7FBF00}" dt="2026-01-25T11:07:26.241" v="15"/>
          <pc:sldLayoutMkLst>
            <pc:docMk/>
            <pc:sldMasterMk cId="3589613640" sldId="2147483732"/>
            <pc:sldLayoutMk cId="4247482291" sldId="2147483739"/>
          </pc:sldLayoutMkLst>
        </pc:sldLayoutChg>
        <pc:sldLayoutChg chg="add del mod replId">
          <pc:chgData name="Ayush Pratik" userId="73eeeaceec84fa27" providerId="Windows Live" clId="Web-{3BA81C61-D313-460F-B851-CBCE2A7FBF00}" dt="2026-01-25T11:07:26.241" v="15"/>
          <pc:sldLayoutMkLst>
            <pc:docMk/>
            <pc:sldMasterMk cId="3589613640" sldId="2147483732"/>
            <pc:sldLayoutMk cId="2441496421" sldId="2147483740"/>
          </pc:sldLayoutMkLst>
        </pc:sldLayoutChg>
        <pc:sldLayoutChg chg="add del mod replId">
          <pc:chgData name="Ayush Pratik" userId="73eeeaceec84fa27" providerId="Windows Live" clId="Web-{3BA81C61-D313-460F-B851-CBCE2A7FBF00}" dt="2026-01-25T11:07:26.241" v="15"/>
          <pc:sldLayoutMkLst>
            <pc:docMk/>
            <pc:sldMasterMk cId="3589613640" sldId="2147483732"/>
            <pc:sldLayoutMk cId="176591876" sldId="2147483741"/>
          </pc:sldLayoutMkLst>
        </pc:sldLayoutChg>
        <pc:sldLayoutChg chg="add del mod replId">
          <pc:chgData name="Ayush Pratik" userId="73eeeaceec84fa27" providerId="Windows Live" clId="Web-{3BA81C61-D313-460F-B851-CBCE2A7FBF00}" dt="2026-01-25T11:07:26.241" v="15"/>
          <pc:sldLayoutMkLst>
            <pc:docMk/>
            <pc:sldMasterMk cId="3589613640" sldId="2147483732"/>
            <pc:sldLayoutMk cId="2263750445" sldId="2147483742"/>
          </pc:sldLayoutMkLst>
        </pc:sldLayoutChg>
        <pc:sldLayoutChg chg="add del mod replId">
          <pc:chgData name="Ayush Pratik" userId="73eeeaceec84fa27" providerId="Windows Live" clId="Web-{3BA81C61-D313-460F-B851-CBCE2A7FBF00}" dt="2026-01-25T11:07:26.241" v="15"/>
          <pc:sldLayoutMkLst>
            <pc:docMk/>
            <pc:sldMasterMk cId="3589613640" sldId="2147483732"/>
            <pc:sldLayoutMk cId="3395464642" sldId="2147483743"/>
          </pc:sldLayoutMkLst>
        </pc:sldLayoutChg>
        <pc:sldLayoutChg chg="add del mod replId">
          <pc:chgData name="Ayush Pratik" userId="73eeeaceec84fa27" providerId="Windows Live" clId="Web-{3BA81C61-D313-460F-B851-CBCE2A7FBF00}" dt="2026-01-25T11:07:26.241" v="15"/>
          <pc:sldLayoutMkLst>
            <pc:docMk/>
            <pc:sldMasterMk cId="3589613640" sldId="2147483732"/>
            <pc:sldLayoutMk cId="1830090161" sldId="2147483744"/>
          </pc:sldLayoutMkLst>
        </pc:sldLayoutChg>
        <pc:sldLayoutChg chg="add del mod replId">
          <pc:chgData name="Ayush Pratik" userId="73eeeaceec84fa27" providerId="Windows Live" clId="Web-{3BA81C61-D313-460F-B851-CBCE2A7FBF00}" dt="2026-01-25T11:07:26.241" v="15"/>
          <pc:sldLayoutMkLst>
            <pc:docMk/>
            <pc:sldMasterMk cId="3589613640" sldId="2147483732"/>
            <pc:sldLayoutMk cId="4084821763" sldId="2147483745"/>
          </pc:sldLayoutMkLst>
        </pc:sldLayoutChg>
        <pc:sldLayoutChg chg="add del mod replId">
          <pc:chgData name="Ayush Pratik" userId="73eeeaceec84fa27" providerId="Windows Live" clId="Web-{3BA81C61-D313-460F-B851-CBCE2A7FBF00}" dt="2026-01-25T11:07:26.241" v="15"/>
          <pc:sldLayoutMkLst>
            <pc:docMk/>
            <pc:sldMasterMk cId="3589613640" sldId="2147483732"/>
            <pc:sldLayoutMk cId="2121537007" sldId="2147483746"/>
          </pc:sldLayoutMkLst>
        </pc:sldLayoutChg>
        <pc:sldLayoutChg chg="add del mod replId">
          <pc:chgData name="Ayush Pratik" userId="73eeeaceec84fa27" providerId="Windows Live" clId="Web-{3BA81C61-D313-460F-B851-CBCE2A7FBF00}" dt="2026-01-25T11:07:26.241" v="15"/>
          <pc:sldLayoutMkLst>
            <pc:docMk/>
            <pc:sldMasterMk cId="3589613640" sldId="2147483732"/>
            <pc:sldLayoutMk cId="3730783786" sldId="2147483747"/>
          </pc:sldLayoutMkLst>
        </pc:sldLayoutChg>
        <pc:sldLayoutChg chg="add del mod replId">
          <pc:chgData name="Ayush Pratik" userId="73eeeaceec84fa27" providerId="Windows Live" clId="Web-{3BA81C61-D313-460F-B851-CBCE2A7FBF00}" dt="2026-01-25T11:07:26.241" v="15"/>
          <pc:sldLayoutMkLst>
            <pc:docMk/>
            <pc:sldMasterMk cId="3589613640" sldId="2147483732"/>
            <pc:sldLayoutMk cId="643204446" sldId="2147483748"/>
          </pc:sldLayoutMkLst>
        </pc:sldLayoutChg>
        <pc:sldLayoutChg chg="add del mod replId">
          <pc:chgData name="Ayush Pratik" userId="73eeeaceec84fa27" providerId="Windows Live" clId="Web-{3BA81C61-D313-460F-B851-CBCE2A7FBF00}" dt="2026-01-25T11:07:26.241" v="15"/>
          <pc:sldLayoutMkLst>
            <pc:docMk/>
            <pc:sldMasterMk cId="3589613640" sldId="2147483732"/>
            <pc:sldLayoutMk cId="197897362" sldId="2147483749"/>
          </pc:sldLayoutMkLst>
        </pc:sldLayoutChg>
      </pc:sldMasterChg>
      <pc:sldMasterChg chg="add del addSldLayout delSldLayout modSldLayout">
        <pc:chgData name="Ayush Pratik" userId="73eeeaceec84fa27" providerId="Windows Live" clId="Web-{3BA81C61-D313-460F-B851-CBCE2A7FBF00}" dt="2026-01-25T11:07:56.555" v="16"/>
        <pc:sldMasterMkLst>
          <pc:docMk/>
          <pc:sldMasterMk cId="3835458081" sldId="2147483750"/>
        </pc:sldMasterMkLst>
        <pc:sldLayoutChg chg="add del mod replId">
          <pc:chgData name="Ayush Pratik" userId="73eeeaceec84fa27" providerId="Windows Live" clId="Web-{3BA81C61-D313-460F-B851-CBCE2A7FBF00}" dt="2026-01-25T11:07:56.555" v="16"/>
          <pc:sldLayoutMkLst>
            <pc:docMk/>
            <pc:sldMasterMk cId="3835458081" sldId="2147483750"/>
            <pc:sldLayoutMk cId="821320330" sldId="2147483751"/>
          </pc:sldLayoutMkLst>
        </pc:sldLayoutChg>
        <pc:sldLayoutChg chg="add del mod replId">
          <pc:chgData name="Ayush Pratik" userId="73eeeaceec84fa27" providerId="Windows Live" clId="Web-{3BA81C61-D313-460F-B851-CBCE2A7FBF00}" dt="2026-01-25T11:07:56.555" v="16"/>
          <pc:sldLayoutMkLst>
            <pc:docMk/>
            <pc:sldMasterMk cId="3835458081" sldId="2147483750"/>
            <pc:sldLayoutMk cId="1602850197" sldId="2147483752"/>
          </pc:sldLayoutMkLst>
        </pc:sldLayoutChg>
        <pc:sldLayoutChg chg="add del mod replId">
          <pc:chgData name="Ayush Pratik" userId="73eeeaceec84fa27" providerId="Windows Live" clId="Web-{3BA81C61-D313-460F-B851-CBCE2A7FBF00}" dt="2026-01-25T11:07:56.555" v="16"/>
          <pc:sldLayoutMkLst>
            <pc:docMk/>
            <pc:sldMasterMk cId="3835458081" sldId="2147483750"/>
            <pc:sldLayoutMk cId="3512445645" sldId="2147483753"/>
          </pc:sldLayoutMkLst>
        </pc:sldLayoutChg>
        <pc:sldLayoutChg chg="add del mod replId">
          <pc:chgData name="Ayush Pratik" userId="73eeeaceec84fa27" providerId="Windows Live" clId="Web-{3BA81C61-D313-460F-B851-CBCE2A7FBF00}" dt="2026-01-25T11:07:56.555" v="16"/>
          <pc:sldLayoutMkLst>
            <pc:docMk/>
            <pc:sldMasterMk cId="3835458081" sldId="2147483750"/>
            <pc:sldLayoutMk cId="3610319507" sldId="2147483754"/>
          </pc:sldLayoutMkLst>
        </pc:sldLayoutChg>
        <pc:sldLayoutChg chg="add del mod replId">
          <pc:chgData name="Ayush Pratik" userId="73eeeaceec84fa27" providerId="Windows Live" clId="Web-{3BA81C61-D313-460F-B851-CBCE2A7FBF00}" dt="2026-01-25T11:07:56.555" v="16"/>
          <pc:sldLayoutMkLst>
            <pc:docMk/>
            <pc:sldMasterMk cId="3835458081" sldId="2147483750"/>
            <pc:sldLayoutMk cId="2682124749" sldId="2147483755"/>
          </pc:sldLayoutMkLst>
        </pc:sldLayoutChg>
        <pc:sldLayoutChg chg="add del mod replId">
          <pc:chgData name="Ayush Pratik" userId="73eeeaceec84fa27" providerId="Windows Live" clId="Web-{3BA81C61-D313-460F-B851-CBCE2A7FBF00}" dt="2026-01-25T11:07:56.555" v="16"/>
          <pc:sldLayoutMkLst>
            <pc:docMk/>
            <pc:sldMasterMk cId="3835458081" sldId="2147483750"/>
            <pc:sldLayoutMk cId="1847681960" sldId="2147483756"/>
          </pc:sldLayoutMkLst>
        </pc:sldLayoutChg>
        <pc:sldLayoutChg chg="add del mod replId">
          <pc:chgData name="Ayush Pratik" userId="73eeeaceec84fa27" providerId="Windows Live" clId="Web-{3BA81C61-D313-460F-B851-CBCE2A7FBF00}" dt="2026-01-25T11:07:56.555" v="16"/>
          <pc:sldLayoutMkLst>
            <pc:docMk/>
            <pc:sldMasterMk cId="3835458081" sldId="2147483750"/>
            <pc:sldLayoutMk cId="444771229" sldId="2147483757"/>
          </pc:sldLayoutMkLst>
        </pc:sldLayoutChg>
        <pc:sldLayoutChg chg="add del mod replId">
          <pc:chgData name="Ayush Pratik" userId="73eeeaceec84fa27" providerId="Windows Live" clId="Web-{3BA81C61-D313-460F-B851-CBCE2A7FBF00}" dt="2026-01-25T11:07:56.555" v="16"/>
          <pc:sldLayoutMkLst>
            <pc:docMk/>
            <pc:sldMasterMk cId="3835458081" sldId="2147483750"/>
            <pc:sldLayoutMk cId="3994352389" sldId="2147483758"/>
          </pc:sldLayoutMkLst>
        </pc:sldLayoutChg>
        <pc:sldLayoutChg chg="add del mod replId">
          <pc:chgData name="Ayush Pratik" userId="73eeeaceec84fa27" providerId="Windows Live" clId="Web-{3BA81C61-D313-460F-B851-CBCE2A7FBF00}" dt="2026-01-25T11:07:56.555" v="16"/>
          <pc:sldLayoutMkLst>
            <pc:docMk/>
            <pc:sldMasterMk cId="3835458081" sldId="2147483750"/>
            <pc:sldLayoutMk cId="2143086303" sldId="2147483759"/>
          </pc:sldLayoutMkLst>
        </pc:sldLayoutChg>
        <pc:sldLayoutChg chg="add del mod replId">
          <pc:chgData name="Ayush Pratik" userId="73eeeaceec84fa27" providerId="Windows Live" clId="Web-{3BA81C61-D313-460F-B851-CBCE2A7FBF00}" dt="2026-01-25T11:07:56.555" v="16"/>
          <pc:sldLayoutMkLst>
            <pc:docMk/>
            <pc:sldMasterMk cId="3835458081" sldId="2147483750"/>
            <pc:sldLayoutMk cId="3207728816" sldId="2147483760"/>
          </pc:sldLayoutMkLst>
        </pc:sldLayoutChg>
        <pc:sldLayoutChg chg="add del mod replId">
          <pc:chgData name="Ayush Pratik" userId="73eeeaceec84fa27" providerId="Windows Live" clId="Web-{3BA81C61-D313-460F-B851-CBCE2A7FBF00}" dt="2026-01-25T11:07:56.555" v="16"/>
          <pc:sldLayoutMkLst>
            <pc:docMk/>
            <pc:sldMasterMk cId="3835458081" sldId="2147483750"/>
            <pc:sldLayoutMk cId="1399926118" sldId="2147483761"/>
          </pc:sldLayoutMkLst>
        </pc:sldLayoutChg>
        <pc:sldLayoutChg chg="add del mod replId">
          <pc:chgData name="Ayush Pratik" userId="73eeeaceec84fa27" providerId="Windows Live" clId="Web-{3BA81C61-D313-460F-B851-CBCE2A7FBF00}" dt="2026-01-25T11:07:56.555" v="16"/>
          <pc:sldLayoutMkLst>
            <pc:docMk/>
            <pc:sldMasterMk cId="3835458081" sldId="2147483750"/>
            <pc:sldLayoutMk cId="4071731897" sldId="2147483762"/>
          </pc:sldLayoutMkLst>
        </pc:sldLayoutChg>
        <pc:sldLayoutChg chg="add del mod replId">
          <pc:chgData name="Ayush Pratik" userId="73eeeaceec84fa27" providerId="Windows Live" clId="Web-{3BA81C61-D313-460F-B851-CBCE2A7FBF00}" dt="2026-01-25T11:07:56.555" v="16"/>
          <pc:sldLayoutMkLst>
            <pc:docMk/>
            <pc:sldMasterMk cId="3835458081" sldId="2147483750"/>
            <pc:sldLayoutMk cId="799000308" sldId="2147483763"/>
          </pc:sldLayoutMkLst>
        </pc:sldLayoutChg>
        <pc:sldLayoutChg chg="add del mod replId">
          <pc:chgData name="Ayush Pratik" userId="73eeeaceec84fa27" providerId="Windows Live" clId="Web-{3BA81C61-D313-460F-B851-CBCE2A7FBF00}" dt="2026-01-25T11:07:56.555" v="16"/>
          <pc:sldLayoutMkLst>
            <pc:docMk/>
            <pc:sldMasterMk cId="3835458081" sldId="2147483750"/>
            <pc:sldLayoutMk cId="537714583" sldId="2147483764"/>
          </pc:sldLayoutMkLst>
        </pc:sldLayoutChg>
        <pc:sldLayoutChg chg="add del mod replId">
          <pc:chgData name="Ayush Pratik" userId="73eeeaceec84fa27" providerId="Windows Live" clId="Web-{3BA81C61-D313-460F-B851-CBCE2A7FBF00}" dt="2026-01-25T11:07:56.555" v="16"/>
          <pc:sldLayoutMkLst>
            <pc:docMk/>
            <pc:sldMasterMk cId="3835458081" sldId="2147483750"/>
            <pc:sldLayoutMk cId="1602912250" sldId="2147483765"/>
          </pc:sldLayoutMkLst>
        </pc:sldLayoutChg>
        <pc:sldLayoutChg chg="add del mod replId">
          <pc:chgData name="Ayush Pratik" userId="73eeeaceec84fa27" providerId="Windows Live" clId="Web-{3BA81C61-D313-460F-B851-CBCE2A7FBF00}" dt="2026-01-25T11:07:56.555" v="16"/>
          <pc:sldLayoutMkLst>
            <pc:docMk/>
            <pc:sldMasterMk cId="3835458081" sldId="2147483750"/>
            <pc:sldLayoutMk cId="2275570743" sldId="2147483766"/>
          </pc:sldLayoutMkLst>
        </pc:sldLayoutChg>
        <pc:sldLayoutChg chg="add del mod replId">
          <pc:chgData name="Ayush Pratik" userId="73eeeaceec84fa27" providerId="Windows Live" clId="Web-{3BA81C61-D313-460F-B851-CBCE2A7FBF00}" dt="2026-01-25T11:07:56.555" v="16"/>
          <pc:sldLayoutMkLst>
            <pc:docMk/>
            <pc:sldMasterMk cId="3835458081" sldId="2147483750"/>
            <pc:sldLayoutMk cId="3072966496" sldId="2147483767"/>
          </pc:sldLayoutMkLst>
        </pc:sldLayoutChg>
      </pc:sldMasterChg>
      <pc:sldMasterChg chg="add del addSldLayout delSldLayout modSldLayout">
        <pc:chgData name="Ayush Pratik" userId="73eeeaceec84fa27" providerId="Windows Live" clId="Web-{3BA81C61-D313-460F-B851-CBCE2A7FBF00}" dt="2026-01-25T11:18:51.257" v="126"/>
        <pc:sldMasterMkLst>
          <pc:docMk/>
          <pc:sldMasterMk cId="3998040085" sldId="2147483768"/>
        </pc:sldMasterMkLst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3998040085" sldId="2147483768"/>
            <pc:sldLayoutMk cId="2555894261" sldId="2147483769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3998040085" sldId="2147483768"/>
            <pc:sldLayoutMk cId="2810219578" sldId="2147483770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3998040085" sldId="2147483768"/>
            <pc:sldLayoutMk cId="476006451" sldId="2147483771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3998040085" sldId="2147483768"/>
            <pc:sldLayoutMk cId="216361492" sldId="2147483772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3998040085" sldId="2147483768"/>
            <pc:sldLayoutMk cId="1165404958" sldId="2147483773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3998040085" sldId="2147483768"/>
            <pc:sldLayoutMk cId="759597260" sldId="2147483774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3998040085" sldId="2147483768"/>
            <pc:sldLayoutMk cId="4167205706" sldId="2147483775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3998040085" sldId="2147483768"/>
            <pc:sldLayoutMk cId="606605114" sldId="2147483776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3998040085" sldId="2147483768"/>
            <pc:sldLayoutMk cId="1679980808" sldId="2147483777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3998040085" sldId="2147483768"/>
            <pc:sldLayoutMk cId="2657890982" sldId="2147483778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3998040085" sldId="2147483768"/>
            <pc:sldLayoutMk cId="3940460990" sldId="2147483779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3998040085" sldId="2147483768"/>
            <pc:sldLayoutMk cId="1970311761" sldId="2147483780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3998040085" sldId="2147483768"/>
            <pc:sldLayoutMk cId="3955199536" sldId="2147483781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3998040085" sldId="2147483768"/>
            <pc:sldLayoutMk cId="3114796262" sldId="2147483782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3998040085" sldId="2147483768"/>
            <pc:sldLayoutMk cId="1797426543" sldId="2147483783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3998040085" sldId="2147483768"/>
            <pc:sldLayoutMk cId="1581070795" sldId="2147483784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3998040085" sldId="2147483768"/>
            <pc:sldLayoutMk cId="834523200" sldId="2147483785"/>
          </pc:sldLayoutMkLst>
        </pc:sldLayoutChg>
      </pc:sldMasterChg>
      <pc:sldMasterChg chg="add del addSldLayout delSldLayout modSldLayout">
        <pc:chgData name="Ayush Pratik" userId="73eeeaceec84fa27" providerId="Windows Live" clId="Web-{3BA81C61-D313-460F-B851-CBCE2A7FBF00}" dt="2026-01-25T11:18:51.257" v="126"/>
        <pc:sldMasterMkLst>
          <pc:docMk/>
          <pc:sldMasterMk cId="2737112969" sldId="2147483786"/>
        </pc:sldMasterMkLst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2737112969" sldId="2147483786"/>
            <pc:sldLayoutMk cId="2627163639" sldId="2147483787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2737112969" sldId="2147483786"/>
            <pc:sldLayoutMk cId="1641505340" sldId="2147483788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2737112969" sldId="2147483786"/>
            <pc:sldLayoutMk cId="875234329" sldId="2147483789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2737112969" sldId="2147483786"/>
            <pc:sldLayoutMk cId="1764705287" sldId="2147483790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2737112969" sldId="2147483786"/>
            <pc:sldLayoutMk cId="4085626274" sldId="2147483791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2737112969" sldId="2147483786"/>
            <pc:sldLayoutMk cId="4010799379" sldId="2147483792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2737112969" sldId="2147483786"/>
            <pc:sldLayoutMk cId="530012537" sldId="2147483793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2737112969" sldId="2147483786"/>
            <pc:sldLayoutMk cId="1191916909" sldId="2147483794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2737112969" sldId="2147483786"/>
            <pc:sldLayoutMk cId="1377051487" sldId="2147483795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2737112969" sldId="2147483786"/>
            <pc:sldLayoutMk cId="4176430460" sldId="2147483796"/>
          </pc:sldLayoutMkLst>
        </pc:sldLayoutChg>
        <pc:sldLayoutChg chg="add del mod replId">
          <pc:chgData name="Ayush Pratik" userId="73eeeaceec84fa27" providerId="Windows Live" clId="Web-{3BA81C61-D313-460F-B851-CBCE2A7FBF00}" dt="2026-01-25T11:18:51.257" v="126"/>
          <pc:sldLayoutMkLst>
            <pc:docMk/>
            <pc:sldMasterMk cId="2737112969" sldId="2147483786"/>
            <pc:sldLayoutMk cId="601907902" sldId="2147483797"/>
          </pc:sldLayoutMkLst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72342F-7460-4BDD-B03E-CC0EC9E83CE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5788FFF-1C8C-4C77-B456-3E766A7FD849}">
      <dgm:prSet/>
      <dgm:spPr/>
      <dgm:t>
        <a:bodyPr/>
        <a:lstStyle/>
        <a:p>
          <a:r>
            <a:rPr lang="en-GB" dirty="0"/>
            <a:t>• Emergency situations need instant alerts</a:t>
          </a:r>
          <a:endParaRPr lang="en-US" dirty="0"/>
        </a:p>
      </dgm:t>
    </dgm:pt>
    <dgm:pt modelId="{0CDA1258-8AA5-4011-883B-03CD0A396BD9}" type="parTrans" cxnId="{D6ADC43D-FAC4-4E26-92E4-7FD6216F8D01}">
      <dgm:prSet/>
      <dgm:spPr/>
      <dgm:t>
        <a:bodyPr/>
        <a:lstStyle/>
        <a:p>
          <a:endParaRPr lang="en-US"/>
        </a:p>
      </dgm:t>
    </dgm:pt>
    <dgm:pt modelId="{7A04CABF-7E4D-4693-A425-3F77DF152B11}" type="sibTrans" cxnId="{D6ADC43D-FAC4-4E26-92E4-7FD6216F8D01}">
      <dgm:prSet/>
      <dgm:spPr/>
      <dgm:t>
        <a:bodyPr/>
        <a:lstStyle/>
        <a:p>
          <a:endParaRPr lang="en-US"/>
        </a:p>
      </dgm:t>
    </dgm:pt>
    <dgm:pt modelId="{9703E6EE-FC03-4E1B-AD77-FEBBDEB510A0}">
      <dgm:prSet/>
      <dgm:spPr/>
      <dgm:t>
        <a:bodyPr/>
        <a:lstStyle/>
        <a:p>
          <a:r>
            <a:rPr lang="en-GB" dirty="0"/>
            <a:t>• Mobile apps may fail in panic</a:t>
          </a:r>
          <a:endParaRPr lang="en-US" dirty="0"/>
        </a:p>
      </dgm:t>
    </dgm:pt>
    <dgm:pt modelId="{0D9F0E8E-642F-4D68-9074-BF8E03B0524B}" type="parTrans" cxnId="{9179B58C-BF21-43D4-95A6-E287552DC431}">
      <dgm:prSet/>
      <dgm:spPr/>
      <dgm:t>
        <a:bodyPr/>
        <a:lstStyle/>
        <a:p>
          <a:endParaRPr lang="en-US"/>
        </a:p>
      </dgm:t>
    </dgm:pt>
    <dgm:pt modelId="{E699B546-B9BE-4C76-BD7B-DF3667203A72}" type="sibTrans" cxnId="{9179B58C-BF21-43D4-95A6-E287552DC431}">
      <dgm:prSet/>
      <dgm:spPr/>
      <dgm:t>
        <a:bodyPr/>
        <a:lstStyle/>
        <a:p>
          <a:endParaRPr lang="en-US"/>
        </a:p>
      </dgm:t>
    </dgm:pt>
    <dgm:pt modelId="{E730633F-2ECA-4CEC-8F07-9BBC66FC3323}">
      <dgm:prSet/>
      <dgm:spPr/>
      <dgm:t>
        <a:bodyPr/>
        <a:lstStyle/>
        <a:p>
          <a:r>
            <a:rPr lang="en-GB" dirty="0"/>
            <a:t>• Need </a:t>
          </a:r>
          <a:r>
            <a:rPr lang="en-GB" dirty="0">
              <a:latin typeface="Corbel" panose="020B0503020204020204"/>
            </a:rPr>
            <a:t>software-based</a:t>
          </a:r>
          <a:r>
            <a:rPr lang="en-GB" dirty="0"/>
            <a:t> triggering</a:t>
          </a:r>
          <a:endParaRPr lang="en-US" dirty="0"/>
        </a:p>
      </dgm:t>
    </dgm:pt>
    <dgm:pt modelId="{72E9FEF6-40B4-4FBC-9228-AF0F936CBF9B}" type="parTrans" cxnId="{1169F8FF-0AEC-4B8F-A249-5EA1A7F98DC9}">
      <dgm:prSet/>
      <dgm:spPr/>
      <dgm:t>
        <a:bodyPr/>
        <a:lstStyle/>
        <a:p>
          <a:endParaRPr lang="en-US"/>
        </a:p>
      </dgm:t>
    </dgm:pt>
    <dgm:pt modelId="{79BF9638-C67A-4AFF-95CB-FB8D5A2B884D}" type="sibTrans" cxnId="{1169F8FF-0AEC-4B8F-A249-5EA1A7F98DC9}">
      <dgm:prSet/>
      <dgm:spPr/>
      <dgm:t>
        <a:bodyPr/>
        <a:lstStyle/>
        <a:p>
          <a:endParaRPr lang="en-US"/>
        </a:p>
      </dgm:t>
    </dgm:pt>
    <dgm:pt modelId="{7BD3D0EB-E580-46B2-8AAC-A203C34466B8}" type="pres">
      <dgm:prSet presAssocID="{4772342F-7460-4BDD-B03E-CC0EC9E83CEF}" presName="vert0" presStyleCnt="0">
        <dgm:presLayoutVars>
          <dgm:dir/>
          <dgm:animOne val="branch"/>
          <dgm:animLvl val="lvl"/>
        </dgm:presLayoutVars>
      </dgm:prSet>
      <dgm:spPr/>
    </dgm:pt>
    <dgm:pt modelId="{A463014B-92AB-4B7B-ABAB-E435D07E7D95}" type="pres">
      <dgm:prSet presAssocID="{75788FFF-1C8C-4C77-B456-3E766A7FD849}" presName="thickLine" presStyleLbl="alignNode1" presStyleIdx="0" presStyleCnt="3"/>
      <dgm:spPr/>
    </dgm:pt>
    <dgm:pt modelId="{511258F5-E2F7-4AF2-87A4-8B8CC777FC26}" type="pres">
      <dgm:prSet presAssocID="{75788FFF-1C8C-4C77-B456-3E766A7FD849}" presName="horz1" presStyleCnt="0"/>
      <dgm:spPr/>
    </dgm:pt>
    <dgm:pt modelId="{8CDB3ED6-3507-48E4-ABB7-46D0E848C117}" type="pres">
      <dgm:prSet presAssocID="{75788FFF-1C8C-4C77-B456-3E766A7FD849}" presName="tx1" presStyleLbl="revTx" presStyleIdx="0" presStyleCnt="3"/>
      <dgm:spPr/>
    </dgm:pt>
    <dgm:pt modelId="{4DCE10FB-D58D-42A5-BA91-CC5E2BE59DD0}" type="pres">
      <dgm:prSet presAssocID="{75788FFF-1C8C-4C77-B456-3E766A7FD849}" presName="vert1" presStyleCnt="0"/>
      <dgm:spPr/>
    </dgm:pt>
    <dgm:pt modelId="{60C3558D-E317-44E8-9253-269FE7574D9F}" type="pres">
      <dgm:prSet presAssocID="{9703E6EE-FC03-4E1B-AD77-FEBBDEB510A0}" presName="thickLine" presStyleLbl="alignNode1" presStyleIdx="1" presStyleCnt="3"/>
      <dgm:spPr/>
    </dgm:pt>
    <dgm:pt modelId="{12439762-9B6F-4903-AA7C-C1DB62F3B094}" type="pres">
      <dgm:prSet presAssocID="{9703E6EE-FC03-4E1B-AD77-FEBBDEB510A0}" presName="horz1" presStyleCnt="0"/>
      <dgm:spPr/>
    </dgm:pt>
    <dgm:pt modelId="{AB350F9E-B336-4D18-8DF3-D132D0D4853C}" type="pres">
      <dgm:prSet presAssocID="{9703E6EE-FC03-4E1B-AD77-FEBBDEB510A0}" presName="tx1" presStyleLbl="revTx" presStyleIdx="1" presStyleCnt="3"/>
      <dgm:spPr/>
    </dgm:pt>
    <dgm:pt modelId="{BAFC3C32-962B-4F64-9DD9-BDB122071762}" type="pres">
      <dgm:prSet presAssocID="{9703E6EE-FC03-4E1B-AD77-FEBBDEB510A0}" presName="vert1" presStyleCnt="0"/>
      <dgm:spPr/>
    </dgm:pt>
    <dgm:pt modelId="{C89064D0-927A-4C57-BD35-E3F844FF49BB}" type="pres">
      <dgm:prSet presAssocID="{E730633F-2ECA-4CEC-8F07-9BBC66FC3323}" presName="thickLine" presStyleLbl="alignNode1" presStyleIdx="2" presStyleCnt="3"/>
      <dgm:spPr/>
    </dgm:pt>
    <dgm:pt modelId="{12A1BE87-0F5A-4C3D-873D-EB201B52179A}" type="pres">
      <dgm:prSet presAssocID="{E730633F-2ECA-4CEC-8F07-9BBC66FC3323}" presName="horz1" presStyleCnt="0"/>
      <dgm:spPr/>
    </dgm:pt>
    <dgm:pt modelId="{96BF1A58-E6AC-4E19-811A-3128A0C9222F}" type="pres">
      <dgm:prSet presAssocID="{E730633F-2ECA-4CEC-8F07-9BBC66FC3323}" presName="tx1" presStyleLbl="revTx" presStyleIdx="2" presStyleCnt="3"/>
      <dgm:spPr/>
    </dgm:pt>
    <dgm:pt modelId="{598671B3-8CDD-4716-BBE2-935E82278B72}" type="pres">
      <dgm:prSet presAssocID="{E730633F-2ECA-4CEC-8F07-9BBC66FC3323}" presName="vert1" presStyleCnt="0"/>
      <dgm:spPr/>
    </dgm:pt>
  </dgm:ptLst>
  <dgm:cxnLst>
    <dgm:cxn modelId="{2BFD3F0C-FBF7-48B6-A8BE-E57AE15F4FFB}" type="presOf" srcId="{75788FFF-1C8C-4C77-B456-3E766A7FD849}" destId="{8CDB3ED6-3507-48E4-ABB7-46D0E848C117}" srcOrd="0" destOrd="0" presId="urn:microsoft.com/office/officeart/2008/layout/LinedList"/>
    <dgm:cxn modelId="{D6ADC43D-FAC4-4E26-92E4-7FD6216F8D01}" srcId="{4772342F-7460-4BDD-B03E-CC0EC9E83CEF}" destId="{75788FFF-1C8C-4C77-B456-3E766A7FD849}" srcOrd="0" destOrd="0" parTransId="{0CDA1258-8AA5-4011-883B-03CD0A396BD9}" sibTransId="{7A04CABF-7E4D-4693-A425-3F77DF152B11}"/>
    <dgm:cxn modelId="{DEF5F57E-EB90-4930-A0AE-F2DF9F94AA61}" type="presOf" srcId="{E730633F-2ECA-4CEC-8F07-9BBC66FC3323}" destId="{96BF1A58-E6AC-4E19-811A-3128A0C9222F}" srcOrd="0" destOrd="0" presId="urn:microsoft.com/office/officeart/2008/layout/LinedList"/>
    <dgm:cxn modelId="{9179B58C-BF21-43D4-95A6-E287552DC431}" srcId="{4772342F-7460-4BDD-B03E-CC0EC9E83CEF}" destId="{9703E6EE-FC03-4E1B-AD77-FEBBDEB510A0}" srcOrd="1" destOrd="0" parTransId="{0D9F0E8E-642F-4D68-9074-BF8E03B0524B}" sibTransId="{E699B546-B9BE-4C76-BD7B-DF3667203A72}"/>
    <dgm:cxn modelId="{83F34B9E-CDC0-4A56-9D5B-AB3FA9BAC0D6}" type="presOf" srcId="{4772342F-7460-4BDD-B03E-CC0EC9E83CEF}" destId="{7BD3D0EB-E580-46B2-8AAC-A203C34466B8}" srcOrd="0" destOrd="0" presId="urn:microsoft.com/office/officeart/2008/layout/LinedList"/>
    <dgm:cxn modelId="{3F9466C7-3D0E-42FC-85FA-9AE531994B7A}" type="presOf" srcId="{9703E6EE-FC03-4E1B-AD77-FEBBDEB510A0}" destId="{AB350F9E-B336-4D18-8DF3-D132D0D4853C}" srcOrd="0" destOrd="0" presId="urn:microsoft.com/office/officeart/2008/layout/LinedList"/>
    <dgm:cxn modelId="{1169F8FF-0AEC-4B8F-A249-5EA1A7F98DC9}" srcId="{4772342F-7460-4BDD-B03E-CC0EC9E83CEF}" destId="{E730633F-2ECA-4CEC-8F07-9BBC66FC3323}" srcOrd="2" destOrd="0" parTransId="{72E9FEF6-40B4-4FBC-9228-AF0F936CBF9B}" sibTransId="{79BF9638-C67A-4AFF-95CB-FB8D5A2B884D}"/>
    <dgm:cxn modelId="{29FA644A-0C90-4701-A0DA-DE448B4194E4}" type="presParOf" srcId="{7BD3D0EB-E580-46B2-8AAC-A203C34466B8}" destId="{A463014B-92AB-4B7B-ABAB-E435D07E7D95}" srcOrd="0" destOrd="0" presId="urn:microsoft.com/office/officeart/2008/layout/LinedList"/>
    <dgm:cxn modelId="{5653A26A-65EB-4715-B636-DBB9B44DF19F}" type="presParOf" srcId="{7BD3D0EB-E580-46B2-8AAC-A203C34466B8}" destId="{511258F5-E2F7-4AF2-87A4-8B8CC777FC26}" srcOrd="1" destOrd="0" presId="urn:microsoft.com/office/officeart/2008/layout/LinedList"/>
    <dgm:cxn modelId="{819CA443-8431-42BE-9F0F-AD79173F2749}" type="presParOf" srcId="{511258F5-E2F7-4AF2-87A4-8B8CC777FC26}" destId="{8CDB3ED6-3507-48E4-ABB7-46D0E848C117}" srcOrd="0" destOrd="0" presId="urn:microsoft.com/office/officeart/2008/layout/LinedList"/>
    <dgm:cxn modelId="{0B20ED5C-CDB6-4AD7-B072-B55835BA6B9F}" type="presParOf" srcId="{511258F5-E2F7-4AF2-87A4-8B8CC777FC26}" destId="{4DCE10FB-D58D-42A5-BA91-CC5E2BE59DD0}" srcOrd="1" destOrd="0" presId="urn:microsoft.com/office/officeart/2008/layout/LinedList"/>
    <dgm:cxn modelId="{559F385D-0DCE-46AD-B71E-2AABA948AE81}" type="presParOf" srcId="{7BD3D0EB-E580-46B2-8AAC-A203C34466B8}" destId="{60C3558D-E317-44E8-9253-269FE7574D9F}" srcOrd="2" destOrd="0" presId="urn:microsoft.com/office/officeart/2008/layout/LinedList"/>
    <dgm:cxn modelId="{74E2095E-0BAD-430F-97CE-51E5D8F8A102}" type="presParOf" srcId="{7BD3D0EB-E580-46B2-8AAC-A203C34466B8}" destId="{12439762-9B6F-4903-AA7C-C1DB62F3B094}" srcOrd="3" destOrd="0" presId="urn:microsoft.com/office/officeart/2008/layout/LinedList"/>
    <dgm:cxn modelId="{DC2A6AB5-FF9C-422B-8A3B-C38B449E9B53}" type="presParOf" srcId="{12439762-9B6F-4903-AA7C-C1DB62F3B094}" destId="{AB350F9E-B336-4D18-8DF3-D132D0D4853C}" srcOrd="0" destOrd="0" presId="urn:microsoft.com/office/officeart/2008/layout/LinedList"/>
    <dgm:cxn modelId="{32F48815-5D3F-4532-9597-7A38E0A550DF}" type="presParOf" srcId="{12439762-9B6F-4903-AA7C-C1DB62F3B094}" destId="{BAFC3C32-962B-4F64-9DD9-BDB122071762}" srcOrd="1" destOrd="0" presId="urn:microsoft.com/office/officeart/2008/layout/LinedList"/>
    <dgm:cxn modelId="{9E97B79F-489F-410E-B05C-CF8EED607918}" type="presParOf" srcId="{7BD3D0EB-E580-46B2-8AAC-A203C34466B8}" destId="{C89064D0-927A-4C57-BD35-E3F844FF49BB}" srcOrd="4" destOrd="0" presId="urn:microsoft.com/office/officeart/2008/layout/LinedList"/>
    <dgm:cxn modelId="{4613824F-A996-4987-B98D-4A59EA80DD3B}" type="presParOf" srcId="{7BD3D0EB-E580-46B2-8AAC-A203C34466B8}" destId="{12A1BE87-0F5A-4C3D-873D-EB201B52179A}" srcOrd="5" destOrd="0" presId="urn:microsoft.com/office/officeart/2008/layout/LinedList"/>
    <dgm:cxn modelId="{66A468FA-DB98-4192-AE36-F5BA58368C4D}" type="presParOf" srcId="{12A1BE87-0F5A-4C3D-873D-EB201B52179A}" destId="{96BF1A58-E6AC-4E19-811A-3128A0C9222F}" srcOrd="0" destOrd="0" presId="urn:microsoft.com/office/officeart/2008/layout/LinedList"/>
    <dgm:cxn modelId="{BFC75587-C65C-4053-8CA4-8F7BF7B379D7}" type="presParOf" srcId="{12A1BE87-0F5A-4C3D-873D-EB201B52179A}" destId="{598671B3-8CDD-4716-BBE2-935E82278B7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46F9D9-B309-4813-B7A0-9BF0ED2585FC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BB0ABD-AC6E-4E68-B81F-0024A9C65206}">
      <dgm:prSet custT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dirty="0">
              <a:solidFill>
                <a:schemeClr val="bg1"/>
              </a:solidFill>
            </a:rPr>
            <a:t>• Real-time dashboard</a:t>
          </a:r>
        </a:p>
      </dgm:t>
    </dgm:pt>
    <dgm:pt modelId="{AC89474D-EA79-43E1-89B7-2C00EC95821F}" type="parTrans" cxnId="{D301E01C-B0D1-4741-BB14-DF3ABF2E7A49}">
      <dgm:prSet/>
      <dgm:spPr/>
      <dgm:t>
        <a:bodyPr/>
        <a:lstStyle/>
        <a:p>
          <a:endParaRPr lang="en-US"/>
        </a:p>
      </dgm:t>
    </dgm:pt>
    <dgm:pt modelId="{6AF96ECD-2C56-46B9-9085-09948F86AA12}" type="sibTrans" cxnId="{D301E01C-B0D1-4741-BB14-DF3ABF2E7A49}">
      <dgm:prSet/>
      <dgm:spPr/>
      <dgm:t>
        <a:bodyPr/>
        <a:lstStyle/>
        <a:p>
          <a:endParaRPr lang="en-US"/>
        </a:p>
      </dgm:t>
    </dgm:pt>
    <dgm:pt modelId="{7DC04F9F-595F-4DE3-B779-CA091227F16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dirty="0">
              <a:solidFill>
                <a:schemeClr val="bg1"/>
              </a:solidFill>
            </a:rPr>
            <a:t>• Alert acknowledge &amp; resolve</a:t>
          </a:r>
        </a:p>
      </dgm:t>
    </dgm:pt>
    <dgm:pt modelId="{F62EF807-4565-405B-A6D0-10DA532B25B7}" type="parTrans" cxnId="{623FC01D-4822-4E5B-8A1B-62D685484DDB}">
      <dgm:prSet/>
      <dgm:spPr/>
      <dgm:t>
        <a:bodyPr/>
        <a:lstStyle/>
        <a:p>
          <a:endParaRPr lang="en-US"/>
        </a:p>
      </dgm:t>
    </dgm:pt>
    <dgm:pt modelId="{27310BBC-EF2C-49AF-9AED-B556AEC3B378}" type="sibTrans" cxnId="{623FC01D-4822-4E5B-8A1B-62D685484DDB}">
      <dgm:prSet/>
      <dgm:spPr/>
      <dgm:t>
        <a:bodyPr/>
        <a:lstStyle/>
        <a:p>
          <a:endParaRPr lang="en-US"/>
        </a:p>
      </dgm:t>
    </dgm:pt>
    <dgm:pt modelId="{D2652491-D403-49FB-B656-C252D52FBA6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dirty="0">
              <a:solidFill>
                <a:schemeClr val="bg1"/>
              </a:solidFill>
            </a:rPr>
            <a:t>• </a:t>
          </a:r>
          <a:r>
            <a:rPr lang="en-US" sz="1800" dirty="0">
              <a:solidFill>
                <a:schemeClr val="bg1"/>
              </a:solidFill>
              <a:latin typeface="Corbel" panose="020B0503020204020204"/>
            </a:rPr>
            <a:t>web</a:t>
          </a:r>
          <a:r>
            <a:rPr lang="en-US" sz="1800" dirty="0">
              <a:solidFill>
                <a:schemeClr val="bg1"/>
              </a:solidFill>
            </a:rPr>
            <a:t> access</a:t>
          </a:r>
        </a:p>
      </dgm:t>
    </dgm:pt>
    <dgm:pt modelId="{2E13F3BC-6513-46A5-B8E8-B2DC21ABA16F}" type="parTrans" cxnId="{60CB40F7-AAE2-4B0E-AFAE-D01D49DB6F90}">
      <dgm:prSet/>
      <dgm:spPr/>
      <dgm:t>
        <a:bodyPr/>
        <a:lstStyle/>
        <a:p>
          <a:endParaRPr lang="en-US"/>
        </a:p>
      </dgm:t>
    </dgm:pt>
    <dgm:pt modelId="{BAF63AC0-7510-4740-A966-9C1D06F38105}" type="sibTrans" cxnId="{60CB40F7-AAE2-4B0E-AFAE-D01D49DB6F90}">
      <dgm:prSet/>
      <dgm:spPr/>
      <dgm:t>
        <a:bodyPr/>
        <a:lstStyle/>
        <a:p>
          <a:endParaRPr lang="en-US"/>
        </a:p>
      </dgm:t>
    </dgm:pt>
    <dgm:pt modelId="{7EAE5F18-ED0F-4498-B5D7-4A37F8F16D54}" type="pres">
      <dgm:prSet presAssocID="{DC46F9D9-B309-4813-B7A0-9BF0ED2585FC}" presName="root" presStyleCnt="0">
        <dgm:presLayoutVars>
          <dgm:dir/>
          <dgm:resizeHandles val="exact"/>
        </dgm:presLayoutVars>
      </dgm:prSet>
      <dgm:spPr/>
    </dgm:pt>
    <dgm:pt modelId="{3833633F-499A-4B8E-A34E-6AFAEBF070C6}" type="pres">
      <dgm:prSet presAssocID="{6EBB0ABD-AC6E-4E68-B81F-0024A9C65206}" presName="compNode" presStyleCnt="0"/>
      <dgm:spPr/>
    </dgm:pt>
    <dgm:pt modelId="{65848572-FAFB-4ADD-B84E-57E217D70967}" type="pres">
      <dgm:prSet presAssocID="{6EBB0ABD-AC6E-4E68-B81F-0024A9C65206}" presName="iconBgRect" presStyleLbl="bgShp" presStyleIdx="0" presStyleCnt="3"/>
      <dgm:spPr/>
    </dgm:pt>
    <dgm:pt modelId="{6EEBEDC0-DAD7-44B2-AFAB-EBFAAE04D8BD}" type="pres">
      <dgm:prSet presAssocID="{6EBB0ABD-AC6E-4E68-B81F-0024A9C6520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19014ACD-4A51-4752-B689-0FB3660EB9BA}" type="pres">
      <dgm:prSet presAssocID="{6EBB0ABD-AC6E-4E68-B81F-0024A9C65206}" presName="spaceRect" presStyleCnt="0"/>
      <dgm:spPr/>
    </dgm:pt>
    <dgm:pt modelId="{6B661983-5F65-47EB-8EF1-761DFBCEF582}" type="pres">
      <dgm:prSet presAssocID="{6EBB0ABD-AC6E-4E68-B81F-0024A9C65206}" presName="textRect" presStyleLbl="revTx" presStyleIdx="0" presStyleCnt="3">
        <dgm:presLayoutVars>
          <dgm:chMax val="1"/>
          <dgm:chPref val="1"/>
        </dgm:presLayoutVars>
      </dgm:prSet>
      <dgm:spPr/>
    </dgm:pt>
    <dgm:pt modelId="{146D1A3A-3946-43FF-8FF6-9A994AC17B2A}" type="pres">
      <dgm:prSet presAssocID="{6AF96ECD-2C56-46B9-9085-09948F86AA12}" presName="sibTrans" presStyleCnt="0"/>
      <dgm:spPr/>
    </dgm:pt>
    <dgm:pt modelId="{A4B5BA0D-8F1A-493D-885B-481F352B4C9D}" type="pres">
      <dgm:prSet presAssocID="{7DC04F9F-595F-4DE3-B779-CA091227F16E}" presName="compNode" presStyleCnt="0"/>
      <dgm:spPr/>
    </dgm:pt>
    <dgm:pt modelId="{23603F8D-4812-48C6-926D-A8D3D0E33F3D}" type="pres">
      <dgm:prSet presAssocID="{7DC04F9F-595F-4DE3-B779-CA091227F16E}" presName="iconBgRect" presStyleLbl="bgShp" presStyleIdx="1" presStyleCnt="3"/>
      <dgm:spPr/>
    </dgm:pt>
    <dgm:pt modelId="{92C26CA2-2B38-4CA2-96AB-2FF7320FE98D}" type="pres">
      <dgm:prSet presAssocID="{7DC04F9F-595F-4DE3-B779-CA091227F16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FC483D3A-87A6-4E3B-BB7E-1A3B14645229}" type="pres">
      <dgm:prSet presAssocID="{7DC04F9F-595F-4DE3-B779-CA091227F16E}" presName="spaceRect" presStyleCnt="0"/>
      <dgm:spPr/>
    </dgm:pt>
    <dgm:pt modelId="{BBD73E68-0572-43E2-8BE4-ABD42101605B}" type="pres">
      <dgm:prSet presAssocID="{7DC04F9F-595F-4DE3-B779-CA091227F16E}" presName="textRect" presStyleLbl="revTx" presStyleIdx="1" presStyleCnt="3">
        <dgm:presLayoutVars>
          <dgm:chMax val="1"/>
          <dgm:chPref val="1"/>
        </dgm:presLayoutVars>
      </dgm:prSet>
      <dgm:spPr/>
    </dgm:pt>
    <dgm:pt modelId="{57D2317C-7FED-403C-804E-E27DF57EEF23}" type="pres">
      <dgm:prSet presAssocID="{27310BBC-EF2C-49AF-9AED-B556AEC3B378}" presName="sibTrans" presStyleCnt="0"/>
      <dgm:spPr/>
    </dgm:pt>
    <dgm:pt modelId="{2F547A12-94C0-4176-9D18-C70FBD375BCF}" type="pres">
      <dgm:prSet presAssocID="{D2652491-D403-49FB-B656-C252D52FBA63}" presName="compNode" presStyleCnt="0"/>
      <dgm:spPr/>
    </dgm:pt>
    <dgm:pt modelId="{4F0581D8-A9E8-4012-91EE-9537DB32B454}" type="pres">
      <dgm:prSet presAssocID="{D2652491-D403-49FB-B656-C252D52FBA63}" presName="iconBgRect" presStyleLbl="bgShp" presStyleIdx="2" presStyleCnt="3"/>
      <dgm:spPr/>
    </dgm:pt>
    <dgm:pt modelId="{BCC6286C-F9EA-4517-B105-581AB5EB903F}" type="pres">
      <dgm:prSet presAssocID="{D2652491-D403-49FB-B656-C252D52FBA6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29A55879-813C-4C83-93B5-E5A99C8234A8}" type="pres">
      <dgm:prSet presAssocID="{D2652491-D403-49FB-B656-C252D52FBA63}" presName="spaceRect" presStyleCnt="0"/>
      <dgm:spPr/>
    </dgm:pt>
    <dgm:pt modelId="{8D6B6ADC-9AEE-4E8F-BED1-6B6DD36A29F3}" type="pres">
      <dgm:prSet presAssocID="{D2652491-D403-49FB-B656-C252D52FBA6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301E01C-B0D1-4741-BB14-DF3ABF2E7A49}" srcId="{DC46F9D9-B309-4813-B7A0-9BF0ED2585FC}" destId="{6EBB0ABD-AC6E-4E68-B81F-0024A9C65206}" srcOrd="0" destOrd="0" parTransId="{AC89474D-EA79-43E1-89B7-2C00EC95821F}" sibTransId="{6AF96ECD-2C56-46B9-9085-09948F86AA12}"/>
    <dgm:cxn modelId="{623FC01D-4822-4E5B-8A1B-62D685484DDB}" srcId="{DC46F9D9-B309-4813-B7A0-9BF0ED2585FC}" destId="{7DC04F9F-595F-4DE3-B779-CA091227F16E}" srcOrd="1" destOrd="0" parTransId="{F62EF807-4565-405B-A6D0-10DA532B25B7}" sibTransId="{27310BBC-EF2C-49AF-9AED-B556AEC3B378}"/>
    <dgm:cxn modelId="{96A76354-D94C-4DDA-95FC-86BC50332915}" type="presOf" srcId="{7DC04F9F-595F-4DE3-B779-CA091227F16E}" destId="{BBD73E68-0572-43E2-8BE4-ABD42101605B}" srcOrd="0" destOrd="0" presId="urn:microsoft.com/office/officeart/2018/5/layout/IconCircleLabelList"/>
    <dgm:cxn modelId="{337A6099-2D86-4F42-A3F4-35924EBED047}" type="presOf" srcId="{6EBB0ABD-AC6E-4E68-B81F-0024A9C65206}" destId="{6B661983-5F65-47EB-8EF1-761DFBCEF582}" srcOrd="0" destOrd="0" presId="urn:microsoft.com/office/officeart/2018/5/layout/IconCircleLabelList"/>
    <dgm:cxn modelId="{44287E9C-E8E5-4F2C-969C-5BF926EF6200}" type="presOf" srcId="{DC46F9D9-B309-4813-B7A0-9BF0ED2585FC}" destId="{7EAE5F18-ED0F-4498-B5D7-4A37F8F16D54}" srcOrd="0" destOrd="0" presId="urn:microsoft.com/office/officeart/2018/5/layout/IconCircleLabelList"/>
    <dgm:cxn modelId="{E072BFDD-426B-410E-ADC4-31914872A62B}" type="presOf" srcId="{D2652491-D403-49FB-B656-C252D52FBA63}" destId="{8D6B6ADC-9AEE-4E8F-BED1-6B6DD36A29F3}" srcOrd="0" destOrd="0" presId="urn:microsoft.com/office/officeart/2018/5/layout/IconCircleLabelList"/>
    <dgm:cxn modelId="{60CB40F7-AAE2-4B0E-AFAE-D01D49DB6F90}" srcId="{DC46F9D9-B309-4813-B7A0-9BF0ED2585FC}" destId="{D2652491-D403-49FB-B656-C252D52FBA63}" srcOrd="2" destOrd="0" parTransId="{2E13F3BC-6513-46A5-B8E8-B2DC21ABA16F}" sibTransId="{BAF63AC0-7510-4740-A966-9C1D06F38105}"/>
    <dgm:cxn modelId="{B0F36453-BCB9-4956-B03A-E7A021981C77}" type="presParOf" srcId="{7EAE5F18-ED0F-4498-B5D7-4A37F8F16D54}" destId="{3833633F-499A-4B8E-A34E-6AFAEBF070C6}" srcOrd="0" destOrd="0" presId="urn:microsoft.com/office/officeart/2018/5/layout/IconCircleLabelList"/>
    <dgm:cxn modelId="{1F28EABD-152A-4349-8813-11CE8B5E61FF}" type="presParOf" srcId="{3833633F-499A-4B8E-A34E-6AFAEBF070C6}" destId="{65848572-FAFB-4ADD-B84E-57E217D70967}" srcOrd="0" destOrd="0" presId="urn:microsoft.com/office/officeart/2018/5/layout/IconCircleLabelList"/>
    <dgm:cxn modelId="{D6979C91-BA99-4152-B013-6351BE6F8D59}" type="presParOf" srcId="{3833633F-499A-4B8E-A34E-6AFAEBF070C6}" destId="{6EEBEDC0-DAD7-44B2-AFAB-EBFAAE04D8BD}" srcOrd="1" destOrd="0" presId="urn:microsoft.com/office/officeart/2018/5/layout/IconCircleLabelList"/>
    <dgm:cxn modelId="{F35F377D-DC51-4F0E-90BA-E8390DBC8382}" type="presParOf" srcId="{3833633F-499A-4B8E-A34E-6AFAEBF070C6}" destId="{19014ACD-4A51-4752-B689-0FB3660EB9BA}" srcOrd="2" destOrd="0" presId="urn:microsoft.com/office/officeart/2018/5/layout/IconCircleLabelList"/>
    <dgm:cxn modelId="{C3BD303D-5BBD-4F84-82DB-86F6491B63A1}" type="presParOf" srcId="{3833633F-499A-4B8E-A34E-6AFAEBF070C6}" destId="{6B661983-5F65-47EB-8EF1-761DFBCEF582}" srcOrd="3" destOrd="0" presId="urn:microsoft.com/office/officeart/2018/5/layout/IconCircleLabelList"/>
    <dgm:cxn modelId="{6704615F-E9B0-4AA3-9BD5-D2D4C39506FA}" type="presParOf" srcId="{7EAE5F18-ED0F-4498-B5D7-4A37F8F16D54}" destId="{146D1A3A-3946-43FF-8FF6-9A994AC17B2A}" srcOrd="1" destOrd="0" presId="urn:microsoft.com/office/officeart/2018/5/layout/IconCircleLabelList"/>
    <dgm:cxn modelId="{4B10128F-5341-4F58-B811-7E0AE3109FB2}" type="presParOf" srcId="{7EAE5F18-ED0F-4498-B5D7-4A37F8F16D54}" destId="{A4B5BA0D-8F1A-493D-885B-481F352B4C9D}" srcOrd="2" destOrd="0" presId="urn:microsoft.com/office/officeart/2018/5/layout/IconCircleLabelList"/>
    <dgm:cxn modelId="{1671F6AC-FC07-474B-AA97-62FF54AAF120}" type="presParOf" srcId="{A4B5BA0D-8F1A-493D-885B-481F352B4C9D}" destId="{23603F8D-4812-48C6-926D-A8D3D0E33F3D}" srcOrd="0" destOrd="0" presId="urn:microsoft.com/office/officeart/2018/5/layout/IconCircleLabelList"/>
    <dgm:cxn modelId="{78D6848E-E3EC-4F28-9E53-439D24F1D895}" type="presParOf" srcId="{A4B5BA0D-8F1A-493D-885B-481F352B4C9D}" destId="{92C26CA2-2B38-4CA2-96AB-2FF7320FE98D}" srcOrd="1" destOrd="0" presId="urn:microsoft.com/office/officeart/2018/5/layout/IconCircleLabelList"/>
    <dgm:cxn modelId="{B5F8BFC0-5334-47B9-B206-B35FA24BADD8}" type="presParOf" srcId="{A4B5BA0D-8F1A-493D-885B-481F352B4C9D}" destId="{FC483D3A-87A6-4E3B-BB7E-1A3B14645229}" srcOrd="2" destOrd="0" presId="urn:microsoft.com/office/officeart/2018/5/layout/IconCircleLabelList"/>
    <dgm:cxn modelId="{12951C76-5470-42C5-AF9D-F60F6CE0D9CA}" type="presParOf" srcId="{A4B5BA0D-8F1A-493D-885B-481F352B4C9D}" destId="{BBD73E68-0572-43E2-8BE4-ABD42101605B}" srcOrd="3" destOrd="0" presId="urn:microsoft.com/office/officeart/2018/5/layout/IconCircleLabelList"/>
    <dgm:cxn modelId="{2E4A1D8F-F68A-4BC4-934A-51FA2522E9EA}" type="presParOf" srcId="{7EAE5F18-ED0F-4498-B5D7-4A37F8F16D54}" destId="{57D2317C-7FED-403C-804E-E27DF57EEF23}" srcOrd="3" destOrd="0" presId="urn:microsoft.com/office/officeart/2018/5/layout/IconCircleLabelList"/>
    <dgm:cxn modelId="{E1675438-8227-480D-9DFF-E24E1207662E}" type="presParOf" srcId="{7EAE5F18-ED0F-4498-B5D7-4A37F8F16D54}" destId="{2F547A12-94C0-4176-9D18-C70FBD375BCF}" srcOrd="4" destOrd="0" presId="urn:microsoft.com/office/officeart/2018/5/layout/IconCircleLabelList"/>
    <dgm:cxn modelId="{665AE3B8-C25C-4EE0-93BF-066104B28511}" type="presParOf" srcId="{2F547A12-94C0-4176-9D18-C70FBD375BCF}" destId="{4F0581D8-A9E8-4012-91EE-9537DB32B454}" srcOrd="0" destOrd="0" presId="urn:microsoft.com/office/officeart/2018/5/layout/IconCircleLabelList"/>
    <dgm:cxn modelId="{8D6B6FCC-7E4D-432C-9733-EE7EA840D36A}" type="presParOf" srcId="{2F547A12-94C0-4176-9D18-C70FBD375BCF}" destId="{BCC6286C-F9EA-4517-B105-581AB5EB903F}" srcOrd="1" destOrd="0" presId="urn:microsoft.com/office/officeart/2018/5/layout/IconCircleLabelList"/>
    <dgm:cxn modelId="{25E3E9BC-C150-42AE-BED8-5D7E47F2963E}" type="presParOf" srcId="{2F547A12-94C0-4176-9D18-C70FBD375BCF}" destId="{29A55879-813C-4C83-93B5-E5A99C8234A8}" srcOrd="2" destOrd="0" presId="urn:microsoft.com/office/officeart/2018/5/layout/IconCircleLabelList"/>
    <dgm:cxn modelId="{7392E9D9-8E0D-42CC-9B54-936EE1E01550}" type="presParOf" srcId="{2F547A12-94C0-4176-9D18-C70FBD375BCF}" destId="{8D6B6ADC-9AEE-4E8F-BED1-6B6DD36A29F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7CF2C64-423E-4B10-9C2A-B3206716468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AE39FD1-0C7E-4598-80A4-59817D60A4EA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2000" dirty="0">
              <a:ea typeface="+mn-ea"/>
              <a:cs typeface="+mn-cs"/>
            </a:rPr>
            <a:t>• </a:t>
          </a:r>
          <a:r>
            <a:rPr lang="en-US" sz="2000" dirty="0">
              <a:latin typeface="Corbel" panose="020B0503020204020204"/>
              <a:ea typeface="+mn-ea"/>
              <a:cs typeface="+mn-cs"/>
            </a:rPr>
            <a:t>Python</a:t>
          </a:r>
          <a:endParaRPr lang="en-US" sz="2000" dirty="0">
            <a:ea typeface="+mn-ea"/>
            <a:cs typeface="+mn-cs"/>
          </a:endParaRPr>
        </a:p>
      </dgm:t>
    </dgm:pt>
    <dgm:pt modelId="{AECAA740-EB9C-464A-AFAF-EDE10740DE29}" type="parTrans" cxnId="{E0C169E1-12E3-4D55-A703-EC165DEDD04B}">
      <dgm:prSet/>
      <dgm:spPr/>
      <dgm:t>
        <a:bodyPr/>
        <a:lstStyle/>
        <a:p>
          <a:endParaRPr lang="en-US"/>
        </a:p>
      </dgm:t>
    </dgm:pt>
    <dgm:pt modelId="{BEBD0218-E065-4179-8D33-E7F507A1F1B6}" type="sibTrans" cxnId="{E0C169E1-12E3-4D55-A703-EC165DEDD04B}">
      <dgm:prSet/>
      <dgm:spPr/>
      <dgm:t>
        <a:bodyPr/>
        <a:lstStyle/>
        <a:p>
          <a:endParaRPr lang="en-US"/>
        </a:p>
      </dgm:t>
    </dgm:pt>
    <dgm:pt modelId="{689DE214-5AF1-4AAB-A5C9-7E275DB4F81D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2000" dirty="0">
              <a:ea typeface="+mn-ea"/>
              <a:cs typeface="+mn-cs"/>
            </a:rPr>
            <a:t>• Flask REST API</a:t>
          </a:r>
        </a:p>
      </dgm:t>
    </dgm:pt>
    <dgm:pt modelId="{3EEA5609-8177-4808-8A15-4B0155DB632E}" type="parTrans" cxnId="{B14EA871-DC46-43BF-B7BA-10FD5A17623C}">
      <dgm:prSet/>
      <dgm:spPr/>
      <dgm:t>
        <a:bodyPr/>
        <a:lstStyle/>
        <a:p>
          <a:endParaRPr lang="en-US"/>
        </a:p>
      </dgm:t>
    </dgm:pt>
    <dgm:pt modelId="{2906419C-98D6-4349-9D62-199B40CD06E2}" type="sibTrans" cxnId="{B14EA871-DC46-43BF-B7BA-10FD5A17623C}">
      <dgm:prSet/>
      <dgm:spPr/>
      <dgm:t>
        <a:bodyPr/>
        <a:lstStyle/>
        <a:p>
          <a:endParaRPr lang="en-US"/>
        </a:p>
      </dgm:t>
    </dgm:pt>
    <dgm:pt modelId="{E8524EE0-C0EF-4192-8126-EFAA3F64022B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2000" dirty="0">
              <a:ea typeface="+mn-ea"/>
              <a:cs typeface="+mn-cs"/>
            </a:rPr>
            <a:t>• SQLite</a:t>
          </a:r>
        </a:p>
      </dgm:t>
    </dgm:pt>
    <dgm:pt modelId="{A3F87C21-64C4-48FC-9214-12FFD1A2550D}" type="parTrans" cxnId="{912CF3F7-DCA7-49AB-8730-978FBAF251BC}">
      <dgm:prSet/>
      <dgm:spPr/>
      <dgm:t>
        <a:bodyPr/>
        <a:lstStyle/>
        <a:p>
          <a:endParaRPr lang="en-US"/>
        </a:p>
      </dgm:t>
    </dgm:pt>
    <dgm:pt modelId="{FCA1106D-0460-4C57-8A13-988B34598E8D}" type="sibTrans" cxnId="{912CF3F7-DCA7-49AB-8730-978FBAF251BC}">
      <dgm:prSet/>
      <dgm:spPr/>
      <dgm:t>
        <a:bodyPr/>
        <a:lstStyle/>
        <a:p>
          <a:endParaRPr lang="en-US"/>
        </a:p>
      </dgm:t>
    </dgm:pt>
    <dgm:pt modelId="{FE16BA79-970F-4656-982B-D7AAE8022ADB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2000" dirty="0">
              <a:ea typeface="+mn-ea"/>
              <a:cs typeface="+mn-cs"/>
            </a:rPr>
            <a:t>• HTML/CSS/JS</a:t>
          </a:r>
        </a:p>
      </dgm:t>
    </dgm:pt>
    <dgm:pt modelId="{5BA75C42-94B2-4C98-9810-C3C4A3152C5D}" type="parTrans" cxnId="{FEB46E9F-2802-4F7D-AECE-D32655477A1A}">
      <dgm:prSet/>
      <dgm:spPr/>
      <dgm:t>
        <a:bodyPr/>
        <a:lstStyle/>
        <a:p>
          <a:endParaRPr lang="en-US"/>
        </a:p>
      </dgm:t>
    </dgm:pt>
    <dgm:pt modelId="{156F744D-572F-4432-BF8C-ADA56164C8B7}" type="sibTrans" cxnId="{FEB46E9F-2802-4F7D-AECE-D32655477A1A}">
      <dgm:prSet/>
      <dgm:spPr/>
      <dgm:t>
        <a:bodyPr/>
        <a:lstStyle/>
        <a:p>
          <a:endParaRPr lang="en-US"/>
        </a:p>
      </dgm:t>
    </dgm:pt>
    <dgm:pt modelId="{5C1280D7-4EFC-4831-8423-00D93C110989}" type="pres">
      <dgm:prSet presAssocID="{07CF2C64-423E-4B10-9C2A-B3206716468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D53A25D-BF23-4BE5-B0FE-4A319026DC0D}" type="pres">
      <dgm:prSet presAssocID="{7AE39FD1-0C7E-4598-80A4-59817D60A4EA}" presName="hierRoot1" presStyleCnt="0"/>
      <dgm:spPr/>
    </dgm:pt>
    <dgm:pt modelId="{8DD35658-CF77-4B1F-A3DD-C1341AFEDD25}" type="pres">
      <dgm:prSet presAssocID="{7AE39FD1-0C7E-4598-80A4-59817D60A4EA}" presName="composite" presStyleCnt="0"/>
      <dgm:spPr/>
    </dgm:pt>
    <dgm:pt modelId="{2967211A-ED54-412E-9477-783DB96ECF49}" type="pres">
      <dgm:prSet presAssocID="{7AE39FD1-0C7E-4598-80A4-59817D60A4EA}" presName="background" presStyleLbl="node0" presStyleIdx="0" presStyleCnt="4"/>
      <dgm:spPr/>
    </dgm:pt>
    <dgm:pt modelId="{D9116499-4DB4-43CC-8618-E1BD50831114}" type="pres">
      <dgm:prSet presAssocID="{7AE39FD1-0C7E-4598-80A4-59817D60A4EA}" presName="text" presStyleLbl="fgAcc0" presStyleIdx="0" presStyleCnt="4">
        <dgm:presLayoutVars>
          <dgm:chPref val="3"/>
        </dgm:presLayoutVars>
      </dgm:prSet>
      <dgm:spPr/>
    </dgm:pt>
    <dgm:pt modelId="{B2C7C3DB-611B-464A-886F-99511E084281}" type="pres">
      <dgm:prSet presAssocID="{7AE39FD1-0C7E-4598-80A4-59817D60A4EA}" presName="hierChild2" presStyleCnt="0"/>
      <dgm:spPr/>
    </dgm:pt>
    <dgm:pt modelId="{7FC3C1EB-CAAB-45C6-B363-D41C0A6FC3BA}" type="pres">
      <dgm:prSet presAssocID="{689DE214-5AF1-4AAB-A5C9-7E275DB4F81D}" presName="hierRoot1" presStyleCnt="0"/>
      <dgm:spPr/>
    </dgm:pt>
    <dgm:pt modelId="{0E8AFF17-1E01-469C-B186-7572912015A1}" type="pres">
      <dgm:prSet presAssocID="{689DE214-5AF1-4AAB-A5C9-7E275DB4F81D}" presName="composite" presStyleCnt="0"/>
      <dgm:spPr/>
    </dgm:pt>
    <dgm:pt modelId="{1B313A65-FFCB-4B4B-9576-8DE719E01BC1}" type="pres">
      <dgm:prSet presAssocID="{689DE214-5AF1-4AAB-A5C9-7E275DB4F81D}" presName="background" presStyleLbl="node0" presStyleIdx="1" presStyleCnt="4"/>
      <dgm:spPr/>
    </dgm:pt>
    <dgm:pt modelId="{522C8F35-EB2A-4417-99F6-4775CECFD571}" type="pres">
      <dgm:prSet presAssocID="{689DE214-5AF1-4AAB-A5C9-7E275DB4F81D}" presName="text" presStyleLbl="fgAcc0" presStyleIdx="1" presStyleCnt="4">
        <dgm:presLayoutVars>
          <dgm:chPref val="3"/>
        </dgm:presLayoutVars>
      </dgm:prSet>
      <dgm:spPr/>
    </dgm:pt>
    <dgm:pt modelId="{C845F27C-5DDD-4ED1-896D-64146929EA47}" type="pres">
      <dgm:prSet presAssocID="{689DE214-5AF1-4AAB-A5C9-7E275DB4F81D}" presName="hierChild2" presStyleCnt="0"/>
      <dgm:spPr/>
    </dgm:pt>
    <dgm:pt modelId="{447A85B3-4ACD-4A48-A16D-27DA29253072}" type="pres">
      <dgm:prSet presAssocID="{E8524EE0-C0EF-4192-8126-EFAA3F64022B}" presName="hierRoot1" presStyleCnt="0"/>
      <dgm:spPr/>
    </dgm:pt>
    <dgm:pt modelId="{FD980203-802E-4568-A99F-7B686503EA26}" type="pres">
      <dgm:prSet presAssocID="{E8524EE0-C0EF-4192-8126-EFAA3F64022B}" presName="composite" presStyleCnt="0"/>
      <dgm:spPr/>
    </dgm:pt>
    <dgm:pt modelId="{8A51EDD6-468E-4377-9E13-304726518BF3}" type="pres">
      <dgm:prSet presAssocID="{E8524EE0-C0EF-4192-8126-EFAA3F64022B}" presName="background" presStyleLbl="node0" presStyleIdx="2" presStyleCnt="4"/>
      <dgm:spPr/>
    </dgm:pt>
    <dgm:pt modelId="{45819441-0A2A-485F-A1BB-30D6BAEBE1F1}" type="pres">
      <dgm:prSet presAssocID="{E8524EE0-C0EF-4192-8126-EFAA3F64022B}" presName="text" presStyleLbl="fgAcc0" presStyleIdx="2" presStyleCnt="4">
        <dgm:presLayoutVars>
          <dgm:chPref val="3"/>
        </dgm:presLayoutVars>
      </dgm:prSet>
      <dgm:spPr/>
    </dgm:pt>
    <dgm:pt modelId="{263EAC77-FF09-41E4-981A-1D7309E36B30}" type="pres">
      <dgm:prSet presAssocID="{E8524EE0-C0EF-4192-8126-EFAA3F64022B}" presName="hierChild2" presStyleCnt="0"/>
      <dgm:spPr/>
    </dgm:pt>
    <dgm:pt modelId="{649A83F5-B67E-4A4E-892A-12C47F750E12}" type="pres">
      <dgm:prSet presAssocID="{FE16BA79-970F-4656-982B-D7AAE8022ADB}" presName="hierRoot1" presStyleCnt="0"/>
      <dgm:spPr/>
    </dgm:pt>
    <dgm:pt modelId="{61A2B5E7-9F0D-48D4-A5F5-EADF63B66969}" type="pres">
      <dgm:prSet presAssocID="{FE16BA79-970F-4656-982B-D7AAE8022ADB}" presName="composite" presStyleCnt="0"/>
      <dgm:spPr/>
    </dgm:pt>
    <dgm:pt modelId="{B7F136A5-847F-4214-B734-04FB5AA8F9B7}" type="pres">
      <dgm:prSet presAssocID="{FE16BA79-970F-4656-982B-D7AAE8022ADB}" presName="background" presStyleLbl="node0" presStyleIdx="3" presStyleCnt="4"/>
      <dgm:spPr/>
    </dgm:pt>
    <dgm:pt modelId="{722CDCCC-739B-4C6F-A950-3F440BCC7EF7}" type="pres">
      <dgm:prSet presAssocID="{FE16BA79-970F-4656-982B-D7AAE8022ADB}" presName="text" presStyleLbl="fgAcc0" presStyleIdx="3" presStyleCnt="4">
        <dgm:presLayoutVars>
          <dgm:chPref val="3"/>
        </dgm:presLayoutVars>
      </dgm:prSet>
      <dgm:spPr/>
    </dgm:pt>
    <dgm:pt modelId="{54D51B0A-F94C-4C6A-AC65-06997881D2D6}" type="pres">
      <dgm:prSet presAssocID="{FE16BA79-970F-4656-982B-D7AAE8022ADB}" presName="hierChild2" presStyleCnt="0"/>
      <dgm:spPr/>
    </dgm:pt>
  </dgm:ptLst>
  <dgm:cxnLst>
    <dgm:cxn modelId="{68BAEF44-B67D-42AB-9F87-C3855DC0203B}" type="presOf" srcId="{E8524EE0-C0EF-4192-8126-EFAA3F64022B}" destId="{45819441-0A2A-485F-A1BB-30D6BAEBE1F1}" srcOrd="0" destOrd="0" presId="urn:microsoft.com/office/officeart/2005/8/layout/hierarchy1"/>
    <dgm:cxn modelId="{B14EA871-DC46-43BF-B7BA-10FD5A17623C}" srcId="{07CF2C64-423E-4B10-9C2A-B32067164684}" destId="{689DE214-5AF1-4AAB-A5C9-7E275DB4F81D}" srcOrd="1" destOrd="0" parTransId="{3EEA5609-8177-4808-8A15-4B0155DB632E}" sibTransId="{2906419C-98D6-4349-9D62-199B40CD06E2}"/>
    <dgm:cxn modelId="{0876635A-4A05-4EFD-BDD6-A728751D4CA7}" type="presOf" srcId="{07CF2C64-423E-4B10-9C2A-B32067164684}" destId="{5C1280D7-4EFC-4831-8423-00D93C110989}" srcOrd="0" destOrd="0" presId="urn:microsoft.com/office/officeart/2005/8/layout/hierarchy1"/>
    <dgm:cxn modelId="{FEB46E9F-2802-4F7D-AECE-D32655477A1A}" srcId="{07CF2C64-423E-4B10-9C2A-B32067164684}" destId="{FE16BA79-970F-4656-982B-D7AAE8022ADB}" srcOrd="3" destOrd="0" parTransId="{5BA75C42-94B2-4C98-9810-C3C4A3152C5D}" sibTransId="{156F744D-572F-4432-BF8C-ADA56164C8B7}"/>
    <dgm:cxn modelId="{74D2C0AF-0CF4-4161-A772-14B477418FE3}" type="presOf" srcId="{689DE214-5AF1-4AAB-A5C9-7E275DB4F81D}" destId="{522C8F35-EB2A-4417-99F6-4775CECFD571}" srcOrd="0" destOrd="0" presId="urn:microsoft.com/office/officeart/2005/8/layout/hierarchy1"/>
    <dgm:cxn modelId="{E0C169E1-12E3-4D55-A703-EC165DEDD04B}" srcId="{07CF2C64-423E-4B10-9C2A-B32067164684}" destId="{7AE39FD1-0C7E-4598-80A4-59817D60A4EA}" srcOrd="0" destOrd="0" parTransId="{AECAA740-EB9C-464A-AFAF-EDE10740DE29}" sibTransId="{BEBD0218-E065-4179-8D33-E7F507A1F1B6}"/>
    <dgm:cxn modelId="{27FB43E9-53FC-4CD8-9B13-823C0CEE0BBF}" type="presOf" srcId="{FE16BA79-970F-4656-982B-D7AAE8022ADB}" destId="{722CDCCC-739B-4C6F-A950-3F440BCC7EF7}" srcOrd="0" destOrd="0" presId="urn:microsoft.com/office/officeart/2005/8/layout/hierarchy1"/>
    <dgm:cxn modelId="{C4887DF3-01C6-421F-B45C-9FFCEA66A167}" type="presOf" srcId="{7AE39FD1-0C7E-4598-80A4-59817D60A4EA}" destId="{D9116499-4DB4-43CC-8618-E1BD50831114}" srcOrd="0" destOrd="0" presId="urn:microsoft.com/office/officeart/2005/8/layout/hierarchy1"/>
    <dgm:cxn modelId="{912CF3F7-DCA7-49AB-8730-978FBAF251BC}" srcId="{07CF2C64-423E-4B10-9C2A-B32067164684}" destId="{E8524EE0-C0EF-4192-8126-EFAA3F64022B}" srcOrd="2" destOrd="0" parTransId="{A3F87C21-64C4-48FC-9214-12FFD1A2550D}" sibTransId="{FCA1106D-0460-4C57-8A13-988B34598E8D}"/>
    <dgm:cxn modelId="{F8DCA8D7-9618-4B9C-89C2-A27985B1E1D0}" type="presParOf" srcId="{5C1280D7-4EFC-4831-8423-00D93C110989}" destId="{2D53A25D-BF23-4BE5-B0FE-4A319026DC0D}" srcOrd="0" destOrd="0" presId="urn:microsoft.com/office/officeart/2005/8/layout/hierarchy1"/>
    <dgm:cxn modelId="{5299410A-64A6-498B-8AD6-4A2824B33DB1}" type="presParOf" srcId="{2D53A25D-BF23-4BE5-B0FE-4A319026DC0D}" destId="{8DD35658-CF77-4B1F-A3DD-C1341AFEDD25}" srcOrd="0" destOrd="0" presId="urn:microsoft.com/office/officeart/2005/8/layout/hierarchy1"/>
    <dgm:cxn modelId="{C9575EFF-2D36-4A45-BE3A-1C009DB4A7A5}" type="presParOf" srcId="{8DD35658-CF77-4B1F-A3DD-C1341AFEDD25}" destId="{2967211A-ED54-412E-9477-783DB96ECF49}" srcOrd="0" destOrd="0" presId="urn:microsoft.com/office/officeart/2005/8/layout/hierarchy1"/>
    <dgm:cxn modelId="{6773804A-6217-48EA-9FB0-A653E82DA3BC}" type="presParOf" srcId="{8DD35658-CF77-4B1F-A3DD-C1341AFEDD25}" destId="{D9116499-4DB4-43CC-8618-E1BD50831114}" srcOrd="1" destOrd="0" presId="urn:microsoft.com/office/officeart/2005/8/layout/hierarchy1"/>
    <dgm:cxn modelId="{94960BC3-E486-4374-B79E-6B61B70A9F66}" type="presParOf" srcId="{2D53A25D-BF23-4BE5-B0FE-4A319026DC0D}" destId="{B2C7C3DB-611B-464A-886F-99511E084281}" srcOrd="1" destOrd="0" presId="urn:microsoft.com/office/officeart/2005/8/layout/hierarchy1"/>
    <dgm:cxn modelId="{B75D6916-A338-4E62-9865-530F2A5C76AC}" type="presParOf" srcId="{5C1280D7-4EFC-4831-8423-00D93C110989}" destId="{7FC3C1EB-CAAB-45C6-B363-D41C0A6FC3BA}" srcOrd="1" destOrd="0" presId="urn:microsoft.com/office/officeart/2005/8/layout/hierarchy1"/>
    <dgm:cxn modelId="{246AE59B-D22F-4735-A0EE-9ADA8C78EED1}" type="presParOf" srcId="{7FC3C1EB-CAAB-45C6-B363-D41C0A6FC3BA}" destId="{0E8AFF17-1E01-469C-B186-7572912015A1}" srcOrd="0" destOrd="0" presId="urn:microsoft.com/office/officeart/2005/8/layout/hierarchy1"/>
    <dgm:cxn modelId="{AE10C4DD-1A22-4270-A58E-E69AE2E87B7E}" type="presParOf" srcId="{0E8AFF17-1E01-469C-B186-7572912015A1}" destId="{1B313A65-FFCB-4B4B-9576-8DE719E01BC1}" srcOrd="0" destOrd="0" presId="urn:microsoft.com/office/officeart/2005/8/layout/hierarchy1"/>
    <dgm:cxn modelId="{56A23DFB-F446-4D0C-9E00-A6541002AF0B}" type="presParOf" srcId="{0E8AFF17-1E01-469C-B186-7572912015A1}" destId="{522C8F35-EB2A-4417-99F6-4775CECFD571}" srcOrd="1" destOrd="0" presId="urn:microsoft.com/office/officeart/2005/8/layout/hierarchy1"/>
    <dgm:cxn modelId="{4E76CAF2-602B-41A3-80D8-18FAFEACF6F7}" type="presParOf" srcId="{7FC3C1EB-CAAB-45C6-B363-D41C0A6FC3BA}" destId="{C845F27C-5DDD-4ED1-896D-64146929EA47}" srcOrd="1" destOrd="0" presId="urn:microsoft.com/office/officeart/2005/8/layout/hierarchy1"/>
    <dgm:cxn modelId="{867DF0D3-AF17-4553-B3BE-4E380CC467D2}" type="presParOf" srcId="{5C1280D7-4EFC-4831-8423-00D93C110989}" destId="{447A85B3-4ACD-4A48-A16D-27DA29253072}" srcOrd="2" destOrd="0" presId="urn:microsoft.com/office/officeart/2005/8/layout/hierarchy1"/>
    <dgm:cxn modelId="{6D09C4D2-090A-429C-8980-6253055ECB73}" type="presParOf" srcId="{447A85B3-4ACD-4A48-A16D-27DA29253072}" destId="{FD980203-802E-4568-A99F-7B686503EA26}" srcOrd="0" destOrd="0" presId="urn:microsoft.com/office/officeart/2005/8/layout/hierarchy1"/>
    <dgm:cxn modelId="{F9C1ED09-1765-45DD-8C04-1E5D142BE2D3}" type="presParOf" srcId="{FD980203-802E-4568-A99F-7B686503EA26}" destId="{8A51EDD6-468E-4377-9E13-304726518BF3}" srcOrd="0" destOrd="0" presId="urn:microsoft.com/office/officeart/2005/8/layout/hierarchy1"/>
    <dgm:cxn modelId="{77E19EB7-BD40-42DE-887F-9FA17108B8F6}" type="presParOf" srcId="{FD980203-802E-4568-A99F-7B686503EA26}" destId="{45819441-0A2A-485F-A1BB-30D6BAEBE1F1}" srcOrd="1" destOrd="0" presId="urn:microsoft.com/office/officeart/2005/8/layout/hierarchy1"/>
    <dgm:cxn modelId="{5AD41A48-F9ED-455A-8B7E-6E346AB1F3F7}" type="presParOf" srcId="{447A85B3-4ACD-4A48-A16D-27DA29253072}" destId="{263EAC77-FF09-41E4-981A-1D7309E36B30}" srcOrd="1" destOrd="0" presId="urn:microsoft.com/office/officeart/2005/8/layout/hierarchy1"/>
    <dgm:cxn modelId="{F68DE83D-ADC4-418C-A754-C071CD4B78D2}" type="presParOf" srcId="{5C1280D7-4EFC-4831-8423-00D93C110989}" destId="{649A83F5-B67E-4A4E-892A-12C47F750E12}" srcOrd="3" destOrd="0" presId="urn:microsoft.com/office/officeart/2005/8/layout/hierarchy1"/>
    <dgm:cxn modelId="{268EA01C-E6AD-47DC-9E7D-9C1887798ABF}" type="presParOf" srcId="{649A83F5-B67E-4A4E-892A-12C47F750E12}" destId="{61A2B5E7-9F0D-48D4-A5F5-EADF63B66969}" srcOrd="0" destOrd="0" presId="urn:microsoft.com/office/officeart/2005/8/layout/hierarchy1"/>
    <dgm:cxn modelId="{5AEC8F8F-5438-49BA-B3EF-BBF890D6606D}" type="presParOf" srcId="{61A2B5E7-9F0D-48D4-A5F5-EADF63B66969}" destId="{B7F136A5-847F-4214-B734-04FB5AA8F9B7}" srcOrd="0" destOrd="0" presId="urn:microsoft.com/office/officeart/2005/8/layout/hierarchy1"/>
    <dgm:cxn modelId="{C81DA128-23B6-4B28-A266-A737F79234AB}" type="presParOf" srcId="{61A2B5E7-9F0D-48D4-A5F5-EADF63B66969}" destId="{722CDCCC-739B-4C6F-A950-3F440BCC7EF7}" srcOrd="1" destOrd="0" presId="urn:microsoft.com/office/officeart/2005/8/layout/hierarchy1"/>
    <dgm:cxn modelId="{747301D8-0D3E-4417-BFAC-D2B125C607B9}" type="presParOf" srcId="{649A83F5-B67E-4A4E-892A-12C47F750E12}" destId="{54D51B0A-F94C-4C6A-AC65-06997881D2D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63014B-92AB-4B7B-ABAB-E435D07E7D95}">
      <dsp:nvSpPr>
        <dsp:cNvPr id="0" name=""/>
        <dsp:cNvSpPr/>
      </dsp:nvSpPr>
      <dsp:spPr>
        <a:xfrm>
          <a:off x="0" y="2172"/>
          <a:ext cx="44632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DB3ED6-3507-48E4-ABB7-46D0E848C117}">
      <dsp:nvSpPr>
        <dsp:cNvPr id="0" name=""/>
        <dsp:cNvSpPr/>
      </dsp:nvSpPr>
      <dsp:spPr>
        <a:xfrm>
          <a:off x="0" y="2172"/>
          <a:ext cx="4463259" cy="1481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/>
            <a:t>• Emergency situations need instant alerts</a:t>
          </a:r>
          <a:endParaRPr lang="en-US" sz="3400" kern="1200" dirty="0"/>
        </a:p>
      </dsp:txBody>
      <dsp:txXfrm>
        <a:off x="0" y="2172"/>
        <a:ext cx="4463259" cy="1481692"/>
      </dsp:txXfrm>
    </dsp:sp>
    <dsp:sp modelId="{60C3558D-E317-44E8-9253-269FE7574D9F}">
      <dsp:nvSpPr>
        <dsp:cNvPr id="0" name=""/>
        <dsp:cNvSpPr/>
      </dsp:nvSpPr>
      <dsp:spPr>
        <a:xfrm>
          <a:off x="0" y="1483864"/>
          <a:ext cx="44632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350F9E-B336-4D18-8DF3-D132D0D4853C}">
      <dsp:nvSpPr>
        <dsp:cNvPr id="0" name=""/>
        <dsp:cNvSpPr/>
      </dsp:nvSpPr>
      <dsp:spPr>
        <a:xfrm>
          <a:off x="0" y="1483864"/>
          <a:ext cx="4463259" cy="1481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/>
            <a:t>• Mobile apps may fail in panic</a:t>
          </a:r>
          <a:endParaRPr lang="en-US" sz="3400" kern="1200" dirty="0"/>
        </a:p>
      </dsp:txBody>
      <dsp:txXfrm>
        <a:off x="0" y="1483864"/>
        <a:ext cx="4463259" cy="1481692"/>
      </dsp:txXfrm>
    </dsp:sp>
    <dsp:sp modelId="{C89064D0-927A-4C57-BD35-E3F844FF49BB}">
      <dsp:nvSpPr>
        <dsp:cNvPr id="0" name=""/>
        <dsp:cNvSpPr/>
      </dsp:nvSpPr>
      <dsp:spPr>
        <a:xfrm>
          <a:off x="0" y="2965557"/>
          <a:ext cx="44632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BF1A58-E6AC-4E19-811A-3128A0C9222F}">
      <dsp:nvSpPr>
        <dsp:cNvPr id="0" name=""/>
        <dsp:cNvSpPr/>
      </dsp:nvSpPr>
      <dsp:spPr>
        <a:xfrm>
          <a:off x="0" y="2965557"/>
          <a:ext cx="4463259" cy="1481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/>
            <a:t>• Need </a:t>
          </a:r>
          <a:r>
            <a:rPr lang="en-GB" sz="3400" kern="1200" dirty="0">
              <a:latin typeface="Corbel" panose="020B0503020204020204"/>
            </a:rPr>
            <a:t>software-based</a:t>
          </a:r>
          <a:r>
            <a:rPr lang="en-GB" sz="3400" kern="1200" dirty="0"/>
            <a:t> triggering</a:t>
          </a:r>
          <a:endParaRPr lang="en-US" sz="3400" kern="1200" dirty="0"/>
        </a:p>
      </dsp:txBody>
      <dsp:txXfrm>
        <a:off x="0" y="2965557"/>
        <a:ext cx="4463259" cy="14816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848572-FAFB-4ADD-B84E-57E217D70967}">
      <dsp:nvSpPr>
        <dsp:cNvPr id="0" name=""/>
        <dsp:cNvSpPr/>
      </dsp:nvSpPr>
      <dsp:spPr>
        <a:xfrm>
          <a:off x="490626" y="512487"/>
          <a:ext cx="1509750" cy="150975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EBEDC0-DAD7-44B2-AFAB-EBFAAE04D8BD}">
      <dsp:nvSpPr>
        <dsp:cNvPr id="0" name=""/>
        <dsp:cNvSpPr/>
      </dsp:nvSpPr>
      <dsp:spPr>
        <a:xfrm>
          <a:off x="812376" y="834237"/>
          <a:ext cx="866250" cy="8662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661983-5F65-47EB-8EF1-761DFBCEF582}">
      <dsp:nvSpPr>
        <dsp:cNvPr id="0" name=""/>
        <dsp:cNvSpPr/>
      </dsp:nvSpPr>
      <dsp:spPr>
        <a:xfrm>
          <a:off x="8001" y="2492487"/>
          <a:ext cx="24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>
              <a:solidFill>
                <a:schemeClr val="bg1"/>
              </a:solidFill>
            </a:rPr>
            <a:t>• Real-time dashboard</a:t>
          </a:r>
        </a:p>
      </dsp:txBody>
      <dsp:txXfrm>
        <a:off x="8001" y="2492487"/>
        <a:ext cx="2475000" cy="720000"/>
      </dsp:txXfrm>
    </dsp:sp>
    <dsp:sp modelId="{23603F8D-4812-48C6-926D-A8D3D0E33F3D}">
      <dsp:nvSpPr>
        <dsp:cNvPr id="0" name=""/>
        <dsp:cNvSpPr/>
      </dsp:nvSpPr>
      <dsp:spPr>
        <a:xfrm>
          <a:off x="3398751" y="512487"/>
          <a:ext cx="1509750" cy="150975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C26CA2-2B38-4CA2-96AB-2FF7320FE98D}">
      <dsp:nvSpPr>
        <dsp:cNvPr id="0" name=""/>
        <dsp:cNvSpPr/>
      </dsp:nvSpPr>
      <dsp:spPr>
        <a:xfrm>
          <a:off x="3720501" y="834237"/>
          <a:ext cx="866250" cy="8662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D73E68-0572-43E2-8BE4-ABD42101605B}">
      <dsp:nvSpPr>
        <dsp:cNvPr id="0" name=""/>
        <dsp:cNvSpPr/>
      </dsp:nvSpPr>
      <dsp:spPr>
        <a:xfrm>
          <a:off x="2916126" y="2492487"/>
          <a:ext cx="24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>
              <a:solidFill>
                <a:schemeClr val="bg1"/>
              </a:solidFill>
            </a:rPr>
            <a:t>• Alert acknowledge &amp; resolve</a:t>
          </a:r>
        </a:p>
      </dsp:txBody>
      <dsp:txXfrm>
        <a:off x="2916126" y="2492487"/>
        <a:ext cx="2475000" cy="720000"/>
      </dsp:txXfrm>
    </dsp:sp>
    <dsp:sp modelId="{4F0581D8-A9E8-4012-91EE-9537DB32B454}">
      <dsp:nvSpPr>
        <dsp:cNvPr id="0" name=""/>
        <dsp:cNvSpPr/>
      </dsp:nvSpPr>
      <dsp:spPr>
        <a:xfrm>
          <a:off x="6306876" y="512487"/>
          <a:ext cx="1509750" cy="150975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C6286C-F9EA-4517-B105-581AB5EB903F}">
      <dsp:nvSpPr>
        <dsp:cNvPr id="0" name=""/>
        <dsp:cNvSpPr/>
      </dsp:nvSpPr>
      <dsp:spPr>
        <a:xfrm>
          <a:off x="6628626" y="834237"/>
          <a:ext cx="866250" cy="8662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6B6ADC-9AEE-4E8F-BED1-6B6DD36A29F3}">
      <dsp:nvSpPr>
        <dsp:cNvPr id="0" name=""/>
        <dsp:cNvSpPr/>
      </dsp:nvSpPr>
      <dsp:spPr>
        <a:xfrm>
          <a:off x="5824251" y="2492487"/>
          <a:ext cx="24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>
              <a:solidFill>
                <a:schemeClr val="bg1"/>
              </a:solidFill>
            </a:rPr>
            <a:t>• </a:t>
          </a:r>
          <a:r>
            <a:rPr lang="en-US" sz="1800" kern="1200" dirty="0">
              <a:solidFill>
                <a:schemeClr val="bg1"/>
              </a:solidFill>
              <a:latin typeface="Corbel" panose="020B0503020204020204"/>
            </a:rPr>
            <a:t>web</a:t>
          </a:r>
          <a:r>
            <a:rPr lang="en-US" sz="1800" kern="1200" dirty="0">
              <a:solidFill>
                <a:schemeClr val="bg1"/>
              </a:solidFill>
            </a:rPr>
            <a:t> access</a:t>
          </a:r>
        </a:p>
      </dsp:txBody>
      <dsp:txXfrm>
        <a:off x="5824251" y="2492487"/>
        <a:ext cx="2475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67211A-ED54-412E-9477-783DB96ECF49}">
      <dsp:nvSpPr>
        <dsp:cNvPr id="0" name=""/>
        <dsp:cNvSpPr/>
      </dsp:nvSpPr>
      <dsp:spPr>
        <a:xfrm>
          <a:off x="2397" y="1357808"/>
          <a:ext cx="1711698" cy="10869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116499-4DB4-43CC-8618-E1BD50831114}">
      <dsp:nvSpPr>
        <dsp:cNvPr id="0" name=""/>
        <dsp:cNvSpPr/>
      </dsp:nvSpPr>
      <dsp:spPr>
        <a:xfrm>
          <a:off x="192586" y="1538487"/>
          <a:ext cx="1711698" cy="10869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ea typeface="+mn-ea"/>
              <a:cs typeface="+mn-cs"/>
            </a:rPr>
            <a:t>• </a:t>
          </a:r>
          <a:r>
            <a:rPr lang="en-US" sz="2000" kern="1200" dirty="0">
              <a:latin typeface="Corbel" panose="020B0503020204020204"/>
              <a:ea typeface="+mn-ea"/>
              <a:cs typeface="+mn-cs"/>
            </a:rPr>
            <a:t>Python</a:t>
          </a:r>
          <a:endParaRPr lang="en-US" sz="2000" kern="1200" dirty="0">
            <a:ea typeface="+mn-ea"/>
            <a:cs typeface="+mn-cs"/>
          </a:endParaRPr>
        </a:p>
      </dsp:txBody>
      <dsp:txXfrm>
        <a:off x="224421" y="1570322"/>
        <a:ext cx="1648028" cy="1023258"/>
      </dsp:txXfrm>
    </dsp:sp>
    <dsp:sp modelId="{1B313A65-FFCB-4B4B-9576-8DE719E01BC1}">
      <dsp:nvSpPr>
        <dsp:cNvPr id="0" name=""/>
        <dsp:cNvSpPr/>
      </dsp:nvSpPr>
      <dsp:spPr>
        <a:xfrm>
          <a:off x="2094472" y="1357808"/>
          <a:ext cx="1711698" cy="10869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2C8F35-EB2A-4417-99F6-4775CECFD571}">
      <dsp:nvSpPr>
        <dsp:cNvPr id="0" name=""/>
        <dsp:cNvSpPr/>
      </dsp:nvSpPr>
      <dsp:spPr>
        <a:xfrm>
          <a:off x="2284661" y="1538487"/>
          <a:ext cx="1711698" cy="10869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ea typeface="+mn-ea"/>
              <a:cs typeface="+mn-cs"/>
            </a:rPr>
            <a:t>• Flask REST API</a:t>
          </a:r>
        </a:p>
      </dsp:txBody>
      <dsp:txXfrm>
        <a:off x="2316496" y="1570322"/>
        <a:ext cx="1648028" cy="1023258"/>
      </dsp:txXfrm>
    </dsp:sp>
    <dsp:sp modelId="{8A51EDD6-468E-4377-9E13-304726518BF3}">
      <dsp:nvSpPr>
        <dsp:cNvPr id="0" name=""/>
        <dsp:cNvSpPr/>
      </dsp:nvSpPr>
      <dsp:spPr>
        <a:xfrm>
          <a:off x="4186548" y="1357808"/>
          <a:ext cx="1711698" cy="10869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819441-0A2A-485F-A1BB-30D6BAEBE1F1}">
      <dsp:nvSpPr>
        <dsp:cNvPr id="0" name=""/>
        <dsp:cNvSpPr/>
      </dsp:nvSpPr>
      <dsp:spPr>
        <a:xfrm>
          <a:off x="4376737" y="1538487"/>
          <a:ext cx="1711698" cy="10869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ea typeface="+mn-ea"/>
              <a:cs typeface="+mn-cs"/>
            </a:rPr>
            <a:t>• SQLite</a:t>
          </a:r>
        </a:p>
      </dsp:txBody>
      <dsp:txXfrm>
        <a:off x="4408572" y="1570322"/>
        <a:ext cx="1648028" cy="1023258"/>
      </dsp:txXfrm>
    </dsp:sp>
    <dsp:sp modelId="{B7F136A5-847F-4214-B734-04FB5AA8F9B7}">
      <dsp:nvSpPr>
        <dsp:cNvPr id="0" name=""/>
        <dsp:cNvSpPr/>
      </dsp:nvSpPr>
      <dsp:spPr>
        <a:xfrm>
          <a:off x="6278623" y="1357808"/>
          <a:ext cx="1711698" cy="10869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2CDCCC-739B-4C6F-A950-3F440BCC7EF7}">
      <dsp:nvSpPr>
        <dsp:cNvPr id="0" name=""/>
        <dsp:cNvSpPr/>
      </dsp:nvSpPr>
      <dsp:spPr>
        <a:xfrm>
          <a:off x="6468812" y="1538487"/>
          <a:ext cx="1711698" cy="10869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ea typeface="+mn-ea"/>
              <a:cs typeface="+mn-cs"/>
            </a:rPr>
            <a:t>• HTML/CSS/JS</a:t>
          </a:r>
        </a:p>
      </dsp:txBody>
      <dsp:txXfrm>
        <a:off x="6500647" y="1570322"/>
        <a:ext cx="1648028" cy="10232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555894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219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006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61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404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597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205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605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980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89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460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311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199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7962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4265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0707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523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040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5592" y="0"/>
            <a:ext cx="3761187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696" y="667808"/>
            <a:ext cx="8170607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186" y="1261872"/>
            <a:ext cx="3182282" cy="4334256"/>
          </a:xfrm>
        </p:spPr>
        <p:txBody>
          <a:bodyPr>
            <a:normAutofit/>
          </a:bodyPr>
          <a:lstStyle/>
          <a:p>
            <a:r>
              <a:rPr lang="en-GB" sz="4600" b="1" u="sng" dirty="0"/>
              <a:t>IoT Emergency Alert System</a:t>
            </a:r>
            <a:endParaRPr lang="en-US" sz="4600" b="1" u="sng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5949" y="1261873"/>
            <a:ext cx="4463259" cy="4449422"/>
          </a:xfrm>
        </p:spPr>
        <p:txBody>
          <a:bodyPr>
            <a:normAutofit/>
          </a:bodyPr>
          <a:lstStyle/>
          <a:p>
            <a:r>
              <a:rPr lang="en-GB" sz="2800" dirty="0"/>
              <a:t>IoT for Social Impact &amp; Public Safety</a:t>
            </a:r>
          </a:p>
          <a:p>
            <a:r>
              <a:rPr lang="en-GB" sz="2800" dirty="0"/>
              <a:t>Instant Emergency Alerts with Real-Time Response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5592" y="0"/>
            <a:ext cx="3761187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696" y="667808"/>
            <a:ext cx="8170607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53" y="1261872"/>
            <a:ext cx="2760875" cy="4334256"/>
          </a:xfrm>
        </p:spPr>
        <p:txBody>
          <a:bodyPr>
            <a:normAutofit/>
          </a:bodyPr>
          <a:lstStyle/>
          <a:p>
            <a:r>
              <a:rPr lang="en-GB" b="1" u="sng" dirty="0"/>
              <a:t>Problem Statement</a:t>
            </a:r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1516B6F6-3008-171D-8C0F-A7F76C11662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755949" y="1261873"/>
          <a:ext cx="4463259" cy="44494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894654" y="0"/>
            <a:ext cx="3761187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643" y="685800"/>
            <a:ext cx="5558869" cy="1752599"/>
          </a:xfrm>
        </p:spPr>
        <p:txBody>
          <a:bodyPr>
            <a:normAutofit/>
          </a:bodyPr>
          <a:lstStyle/>
          <a:p>
            <a:pPr algn="l"/>
            <a:r>
              <a:rPr b="1" u="sng" dirty="0">
                <a:latin typeface="Corbel"/>
              </a:rPr>
              <a:t>Solution Overview</a:t>
            </a:r>
            <a:endParaRPr lang="en-GB" b="1" u="sng">
              <a:latin typeface="Corbe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642" y="2666999"/>
            <a:ext cx="5432702" cy="2719193"/>
          </a:xfrm>
        </p:spPr>
        <p:txBody>
          <a:bodyPr anchor="t">
            <a:normAutofit/>
          </a:bodyPr>
          <a:lstStyle/>
          <a:p>
            <a:pPr>
              <a:buFont typeface="Wingdings"/>
              <a:buChar char="q"/>
            </a:pPr>
            <a:r>
              <a:rPr lang="en-GB" sz="2800" dirty="0"/>
              <a:t>• Simulates panic button alike to ESP32 based push button</a:t>
            </a:r>
            <a:endParaRPr lang="en-US" sz="2800" dirty="0"/>
          </a:p>
          <a:p>
            <a:pPr>
              <a:buFont typeface="Wingdings"/>
              <a:buChar char="q"/>
            </a:pPr>
            <a:r>
              <a:rPr lang="en-GB" sz="2800" dirty="0"/>
              <a:t>• One-click alert generation</a:t>
            </a:r>
          </a:p>
          <a:p>
            <a:pPr>
              <a:buFont typeface="Wingdings"/>
              <a:buChar char="q"/>
            </a:pPr>
            <a:r>
              <a:rPr lang="en-GB" sz="2800" dirty="0"/>
              <a:t>• Authenticated backend communication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F94D66-27EC-4CB8-8226-D7F41C16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A53964C-7D93-4C48-A4A6-C4C2C393C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C944EEC-539E-4389-8785-58E65D04E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7836EB7E-895C-4D68-B92E-312B371C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F29242B-8CE7-4636-B326-4BEE42EB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4D0B8E9A-7727-4AD9-974E-8815F0B2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1CD6C65C-71BE-4549-926A-1C1135FD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1886FB4-62F8-B119-367A-965B24179DA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24999" b="-2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8877" y="-6835"/>
            <a:ext cx="5617954" cy="20518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u="sng" dirty="0"/>
              <a:t>System Architecture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4391" y="1825046"/>
            <a:ext cx="6350256" cy="44301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/>
              <a:t>Switch</a:t>
            </a:r>
          </a:p>
          <a:p>
            <a:pPr marL="0" indent="0" algn="ctr">
              <a:buNone/>
            </a:pPr>
            <a:r>
              <a:rPr lang="en-US" sz="2600" dirty="0">
                <a:solidFill>
                  <a:srgbClr val="BFBFBF"/>
                </a:solidFill>
                <a:highlight>
                  <a:srgbClr val="1C1E24"/>
                </a:highlight>
                <a:ea typeface="+mn-lt"/>
                <a:cs typeface="+mn-lt"/>
              </a:rPr>
              <a:t>↓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dirty="0"/>
              <a:t>Backend API </a:t>
            </a:r>
            <a:endParaRPr lang="en-US" sz="2600">
              <a:solidFill>
                <a:srgbClr val="FFFFFF"/>
              </a:solidFill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sz="2600" dirty="0">
                <a:solidFill>
                  <a:srgbClr val="BFBFBF"/>
                </a:solidFill>
                <a:highlight>
                  <a:srgbClr val="1C1E24"/>
                </a:highlight>
                <a:ea typeface="+mn-lt"/>
                <a:cs typeface="+mn-lt"/>
              </a:rPr>
              <a:t>↓</a:t>
            </a:r>
            <a:r>
              <a:rPr lang="en-US" sz="2600" dirty="0"/>
              <a:t> </a:t>
            </a:r>
          </a:p>
          <a:p>
            <a:pPr marL="0" indent="0" algn="ctr">
              <a:buNone/>
            </a:pPr>
            <a:r>
              <a:rPr lang="en-US" sz="2600" dirty="0"/>
              <a:t>Database</a:t>
            </a:r>
          </a:p>
          <a:p>
            <a:pPr marL="0" indent="0" algn="ctr">
              <a:buNone/>
            </a:pPr>
            <a:r>
              <a:rPr lang="en-US" sz="2600" dirty="0">
                <a:solidFill>
                  <a:srgbClr val="BFBFBF"/>
                </a:solidFill>
                <a:highlight>
                  <a:srgbClr val="1C1E24"/>
                </a:highlight>
                <a:ea typeface="+mn-lt"/>
                <a:cs typeface="+mn-lt"/>
              </a:rPr>
              <a:t>↓</a:t>
            </a:r>
            <a:r>
              <a:rPr lang="en-US" sz="2600" dirty="0"/>
              <a:t> </a:t>
            </a:r>
          </a:p>
          <a:p>
            <a:pPr marL="0" indent="0" algn="ctr">
              <a:buNone/>
            </a:pPr>
            <a:r>
              <a:rPr lang="en-US" sz="2600" dirty="0"/>
              <a:t> Dashboard &amp; Mobile UI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A3EF779-83DD-4EB0-9F4C-7304381A2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772C8C0C-10E0-4305-95B6-F0A11F0AD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rgbClr val="30ACEC"/>
            </a:solidFill>
            <a:ln>
              <a:noFill/>
            </a:ln>
          </p:spPr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ED6F480D-2F2A-4E97-B196-39B35C4BF8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ysClr val="windowText" lastClr="000000">
                <a:lumMod val="65000"/>
                <a:lumOff val="35000"/>
              </a:sysClr>
            </a:solidFill>
            <a:ln>
              <a:noFill/>
            </a:ln>
          </p:spPr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65ACA5CB-4926-4AA1-8B0D-0A8C294D3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>
                <a:lumMod val="85000"/>
                <a:lumOff val="15000"/>
              </a:sysClr>
            </a:solidFill>
            <a:ln>
              <a:noFill/>
            </a:ln>
          </p:spPr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1FC1EC6E-AED1-4539-B157-05226499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30ACEC">
                <a:lumMod val="50000"/>
              </a:srgbClr>
            </a:solidFill>
            <a:ln>
              <a:noFill/>
            </a:ln>
          </p:spPr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F5C22045-92BD-4CA1-A655-5ADD00283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ACEC">
                <a:lumMod val="75000"/>
              </a:srgbClr>
            </a:solidFill>
            <a:ln>
              <a:noFill/>
            </a:ln>
          </p:spPr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F130A56D-449A-4985-94CD-B749D51FF8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ysClr val="windowText" lastClr="000000">
                <a:lumMod val="75000"/>
                <a:lumOff val="25000"/>
              </a:sysClr>
            </a:solidFill>
            <a:ln>
              <a:noFill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CD9B94-D70B-4446-85E5-ACD390428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Volume indicators">
            <a:extLst>
              <a:ext uri="{FF2B5EF4-FFF2-40B4-BE49-F238E27FC236}">
                <a16:creationId xmlns:a16="http://schemas.microsoft.com/office/drawing/2014/main" id="{9D5D5F7B-D57F-B7A6-F8E9-53AFF7F0746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l="5143" r="2" b="2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39099"/>
            <a:ext cx="2735620" cy="4965833"/>
          </a:xfrm>
        </p:spPr>
        <p:txBody>
          <a:bodyPr>
            <a:normAutofit/>
          </a:bodyPr>
          <a:lstStyle/>
          <a:p>
            <a:pPr algn="r"/>
            <a:r>
              <a:rPr sz="6000" u="sng" dirty="0"/>
              <a:t>How It Works</a:t>
            </a:r>
            <a:endParaRPr lang="en-GB" sz="6000" u="sng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78FF8B-3743-48E1-88E3-F4CADB3DEC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406171"/>
            <a:ext cx="0" cy="343168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953" y="639099"/>
            <a:ext cx="4943510" cy="496583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sz="3600" dirty="0"/>
              <a:t>• Device registration</a:t>
            </a:r>
            <a:endParaRPr lang="en-US" sz="3600"/>
          </a:p>
          <a:p>
            <a:r>
              <a:rPr sz="3600" dirty="0"/>
              <a:t>• Button press alert</a:t>
            </a:r>
          </a:p>
          <a:p>
            <a:r>
              <a:rPr sz="3600" dirty="0"/>
              <a:t>• Backend validation</a:t>
            </a:r>
          </a:p>
          <a:p>
            <a:r>
              <a:rPr sz="3600" dirty="0"/>
              <a:t>•</a:t>
            </a:r>
            <a:r>
              <a:rPr lang="en-GB" sz="3600" dirty="0"/>
              <a:t> </a:t>
            </a:r>
            <a:r>
              <a:rPr sz="3600" dirty="0"/>
              <a:t>Dashboard response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u="sng" dirty="0">
                <a:solidFill>
                  <a:srgbClr val="FFFFFF"/>
                </a:solidFill>
              </a:rPr>
              <a:t>Live Monitoring &amp; Response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AA6BDA-AC27-37CC-FC2A-653E3C6FB4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6329595"/>
              </p:ext>
            </p:extLst>
          </p:nvPr>
        </p:nvGraphicFramePr>
        <p:xfrm>
          <a:off x="513456" y="2667000"/>
          <a:ext cx="8307252" cy="37249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7200" u="sng" dirty="0">
                <a:latin typeface="Comic Sans MS"/>
              </a:rPr>
              <a:t>Technology Stack</a:t>
            </a:r>
            <a:endParaRPr lang="en-US" sz="7200" u="sng">
              <a:latin typeface="Comic Sans M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F2739A-2164-5A73-C2D2-DD8BCD9979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8604795"/>
              </p:ext>
            </p:extLst>
          </p:nvPr>
        </p:nvGraphicFramePr>
        <p:xfrm>
          <a:off x="781272" y="2169628"/>
          <a:ext cx="8182908" cy="3983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5592" y="0"/>
            <a:ext cx="3761187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696" y="667808"/>
            <a:ext cx="8170607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766" y="1261872"/>
            <a:ext cx="2655662" cy="4334256"/>
          </a:xfrm>
        </p:spPr>
        <p:txBody>
          <a:bodyPr>
            <a:normAutofit/>
          </a:bodyPr>
          <a:lstStyle/>
          <a:p>
            <a:r>
              <a:rPr lang="en-GB" sz="4800" u="sng" dirty="0"/>
              <a:t>Impact </a:t>
            </a:r>
            <a:br>
              <a:rPr lang="en-GB" sz="4800" u="sng" dirty="0"/>
            </a:br>
            <a:r>
              <a:rPr lang="en-GB" sz="4800" u="sng" dirty="0"/>
              <a:t>&amp; Future Scope</a:t>
            </a:r>
            <a:endParaRPr lang="en-US" sz="48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5949" y="1261873"/>
            <a:ext cx="4463259" cy="4449422"/>
          </a:xfrm>
        </p:spPr>
        <p:txBody>
          <a:bodyPr>
            <a:normAutofit/>
          </a:bodyPr>
          <a:lstStyle/>
          <a:p>
            <a:r>
              <a:rPr lang="en-GB" sz="2800" dirty="0"/>
              <a:t>• Public safety improvement</a:t>
            </a:r>
          </a:p>
          <a:p>
            <a:r>
              <a:rPr lang="en-GB" sz="2800" dirty="0"/>
              <a:t>• Smart campuses &amp; cities</a:t>
            </a:r>
          </a:p>
          <a:p>
            <a:r>
              <a:rPr lang="en-GB" sz="2800" dirty="0"/>
              <a:t>• Wearables integration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Parallax</vt:lpstr>
      <vt:lpstr>IoT Emergency Alert System</vt:lpstr>
      <vt:lpstr>Problem Statement</vt:lpstr>
      <vt:lpstr>Solution Overview</vt:lpstr>
      <vt:lpstr>System Architecture</vt:lpstr>
      <vt:lpstr>How It Works</vt:lpstr>
      <vt:lpstr>Live Monitoring &amp; Response</vt:lpstr>
      <vt:lpstr>Technology Stack</vt:lpstr>
      <vt:lpstr>Impact 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157</cp:revision>
  <dcterms:created xsi:type="dcterms:W3CDTF">2013-01-27T09:14:16Z</dcterms:created>
  <dcterms:modified xsi:type="dcterms:W3CDTF">2026-01-25T11:43:54Z</dcterms:modified>
  <cp:category/>
</cp:coreProperties>
</file>